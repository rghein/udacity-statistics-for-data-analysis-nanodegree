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Lst>
  <p:sldSz cx="18288000" cy="10287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1">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BODY_1_1_1_1_2">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4">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_1">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BODY_1_1">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_1_1">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BODY_1_1_1_3">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BODY_1_1_1_2">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1">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1_1">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BODY_1_1_1_1">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6.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8.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pic>
        <p:nvPicPr>
          <p:cNvPr id="0" name="Google Shape;10;p2" descr=""/>
          <p:cNvPicPr/>
          <p:nvPr/>
        </p:nvPicPr>
        <p:blipFill>
          <a:blip r:embed="rId2"/>
          <a:srcRect l="0" t="3414" r="0" b="-3403"/>
          <a:stretch/>
        </p:blipFill>
        <p:spPr>
          <a:xfrm>
            <a:off x="1239480" y="1254240"/>
            <a:ext cx="2877120" cy="545760"/>
          </a:xfrm>
          <a:prstGeom prst="rect">
            <a:avLst/>
          </a:prstGeom>
          <a:ln w="0">
            <a:noFill/>
          </a:ln>
        </p:spPr>
      </p:pic>
      <p:pic>
        <p:nvPicPr>
          <p:cNvPr id="1" name="Google Shape;11;p2" descr=""/>
          <p:cNvPicPr/>
          <p:nvPr/>
        </p:nvPicPr>
        <p:blipFill>
          <a:blip r:embed="rId3"/>
          <a:stretch/>
        </p:blipFill>
        <p:spPr>
          <a:xfrm>
            <a:off x="0" y="0"/>
            <a:ext cx="18287640" cy="10286640"/>
          </a:xfrm>
          <a:prstGeom prst="rect">
            <a:avLst/>
          </a:prstGeom>
          <a:ln w="0">
            <a:noFill/>
          </a:ln>
        </p:spPr>
      </p:pic>
      <p:sp>
        <p:nvSpPr>
          <p:cNvPr id="2" name="PlaceHolder 1"/>
          <p:cNvSpPr>
            <a:spLocks noGrp="1"/>
          </p:cNvSpPr>
          <p:nvPr>
            <p:ph type="title"/>
          </p:nvPr>
        </p:nvSpPr>
        <p:spPr>
          <a:xfrm>
            <a:off x="1225080" y="2814120"/>
            <a:ext cx="10069920" cy="2479320"/>
          </a:xfrm>
          <a:prstGeom prst="rect">
            <a:avLst/>
          </a:prstGeom>
          <a:noFill/>
          <a:ln w="0">
            <a:noFill/>
          </a:ln>
        </p:spPr>
        <p:txBody>
          <a:bodyPr lIns="0" rIns="0" tIns="0" bIns="0" anchor="ctr">
            <a:noAutofit/>
          </a:bodyPr>
          <a:p>
            <a:pPr indent="0">
              <a:buNone/>
            </a:pPr>
            <a:r>
              <a:rPr b="0" lang="en-US" sz="9000" spc="-1" strike="noStrike">
                <a:solidFill>
                  <a:srgbClr val="000000"/>
                </a:solidFill>
                <a:latin typeface="Arial"/>
              </a:rPr>
              <a:t>Click to </a:t>
            </a:r>
            <a:r>
              <a:rPr b="0" lang="en-US" sz="9000" spc="-1" strike="noStrike">
                <a:solidFill>
                  <a:srgbClr val="000000"/>
                </a:solidFill>
                <a:latin typeface="Arial"/>
              </a:rPr>
              <a:t>edit the </a:t>
            </a:r>
            <a:r>
              <a:rPr b="0" lang="en-US" sz="9000" spc="-1" strike="noStrike">
                <a:solidFill>
                  <a:srgbClr val="000000"/>
                </a:solidFill>
                <a:latin typeface="Arial"/>
              </a:rPr>
              <a:t>title </a:t>
            </a:r>
            <a:r>
              <a:rPr b="0" lang="en-US" sz="9000" spc="-1" strike="noStrike">
                <a:solidFill>
                  <a:srgbClr val="000000"/>
                </a:solidFill>
                <a:latin typeface="Arial"/>
              </a:rPr>
              <a:t>text </a:t>
            </a:r>
            <a:r>
              <a:rPr b="0" lang="en-US" sz="9000" spc="-1" strike="noStrike">
                <a:solidFill>
                  <a:srgbClr val="000000"/>
                </a:solidFill>
                <a:latin typeface="Arial"/>
              </a:rPr>
              <a:t>format</a:t>
            </a:r>
            <a:endParaRPr b="0" lang="en-US" sz="9000" spc="-1" strike="noStrike">
              <a:solidFill>
                <a:srgbClr val="000000"/>
              </a:solidFill>
              <a:latin typeface="Arial"/>
            </a:endParaRPr>
          </a:p>
        </p:txBody>
      </p:sp>
      <p:sp>
        <p:nvSpPr>
          <p:cNvPr id="3" name="Google Shape;13;p2"/>
          <p:cNvSpPr/>
          <p:nvPr/>
        </p:nvSpPr>
        <p:spPr>
          <a:xfrm>
            <a:off x="1225080" y="5937480"/>
            <a:ext cx="10069920" cy="1293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ffffff"/>
              </a:solidFill>
              <a:latin typeface="Arial"/>
            </a:endParaRPr>
          </a:p>
        </p:txBody>
      </p:sp>
      <p:grpSp>
        <p:nvGrpSpPr>
          <p:cNvPr id="4" name="Google Shape;15;p2"/>
          <p:cNvGrpSpPr/>
          <p:nvPr/>
        </p:nvGrpSpPr>
        <p:grpSpPr>
          <a:xfrm>
            <a:off x="1231920" y="1034280"/>
            <a:ext cx="3496680" cy="985680"/>
            <a:chOff x="1231920" y="1034280"/>
            <a:chExt cx="3496680" cy="985680"/>
          </a:xfrm>
        </p:grpSpPr>
        <p:pic>
          <p:nvPicPr>
            <p:cNvPr id="5" name="Google Shape;16;p2" descr=""/>
            <p:cNvPicPr/>
            <p:nvPr/>
          </p:nvPicPr>
          <p:blipFill>
            <a:blip r:embed="rId4"/>
            <a:srcRect l="0" t="3414" r="0" b="-3403"/>
            <a:stretch/>
          </p:blipFill>
          <p:spPr>
            <a:xfrm>
              <a:off x="1491120" y="1244880"/>
              <a:ext cx="2978640" cy="565200"/>
            </a:xfrm>
            <a:prstGeom prst="rect">
              <a:avLst/>
            </a:prstGeom>
            <a:ln w="0">
              <a:noFill/>
            </a:ln>
          </p:spPr>
        </p:pic>
        <p:sp>
          <p:nvSpPr>
            <p:cNvPr id="6" name="Google Shape;17;p2"/>
            <p:cNvSpPr/>
            <p:nvPr/>
          </p:nvSpPr>
          <p:spPr>
            <a:xfrm>
              <a:off x="1238400" y="1034280"/>
              <a:ext cx="3484080" cy="985680"/>
            </a:xfrm>
            <a:prstGeom prst="rect">
              <a:avLst/>
            </a:prstGeom>
            <a:solidFill>
              <a:srgbClr val="171a53"/>
            </a:solidFill>
            <a:ln w="9525">
              <a:solidFill>
                <a:srgbClr val="171a53"/>
              </a:solidFill>
              <a:round/>
            </a:ln>
          </p:spPr>
          <p:style>
            <a:lnRef idx="0"/>
            <a:fillRef idx="0"/>
            <a:effectRef idx="0"/>
            <a:fontRef idx="minor"/>
          </p:style>
          <p:txBody>
            <a:bodyPr lIns="182880" rIns="182880" tIns="182880" bIns="182880" anchor="ctr">
              <a:noAutofit/>
            </a:bodyPr>
            <a:p>
              <a:pPr algn="ctr">
                <a:lnSpc>
                  <a:spcPct val="100000"/>
                </a:lnSpc>
                <a:tabLst>
                  <a:tab algn="l" pos="0"/>
                </a:tabLst>
              </a:pPr>
              <a:endParaRPr b="0" lang="en-US" sz="1400" spc="-1" strike="noStrike">
                <a:solidFill>
                  <a:srgbClr val="ffffff"/>
                </a:solidFill>
                <a:latin typeface="Arial"/>
              </a:endParaRPr>
            </a:p>
          </p:txBody>
        </p:sp>
        <p:pic>
          <p:nvPicPr>
            <p:cNvPr id="7" name="Google Shape;18;p2" descr=""/>
            <p:cNvPicPr/>
            <p:nvPr/>
          </p:nvPicPr>
          <p:blipFill>
            <a:blip r:embed="rId5"/>
            <a:stretch/>
          </p:blipFill>
          <p:spPr>
            <a:xfrm>
              <a:off x="1231920" y="1041840"/>
              <a:ext cx="3496680" cy="971280"/>
            </a:xfrm>
            <a:prstGeom prst="rect">
              <a:avLst/>
            </a:prstGeom>
            <a:ln w="0">
              <a:noFill/>
            </a:ln>
          </p:spPr>
        </p:pic>
      </p:grpSp>
      <p:sp>
        <p:nvSpPr>
          <p:cNvPr id="8" name="Google Shape;19;p2"/>
          <p:cNvSpPr/>
          <p:nvPr/>
        </p:nvSpPr>
        <p:spPr>
          <a:xfrm>
            <a:off x="279360" y="9860040"/>
            <a:ext cx="7914960" cy="2282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 sz="1400" spc="-1" strike="noStrike">
                <a:solidFill>
                  <a:srgbClr val="7d97ad"/>
                </a:solidFill>
                <a:latin typeface="Open Sans"/>
                <a:ea typeface="Open Sans"/>
              </a:rPr>
              <a:t>© 2024 Udacity. </a:t>
            </a:r>
            <a:endParaRPr b="0" lang="en-US" sz="1400" spc="-1" strike="noStrike">
              <a:solidFill>
                <a:srgbClr val="ffffff"/>
              </a:solidFill>
              <a:latin typeface="Arial"/>
            </a:endParaRPr>
          </a:p>
        </p:txBody>
      </p:sp>
      <p:sp>
        <p:nvSpPr>
          <p:cNvPr id="9" name="PlaceHolder 2"/>
          <p:cNvSpPr>
            <a:spLocks noGrp="1"/>
          </p:cNvSpPr>
          <p:nvPr>
            <p:ph type="body"/>
          </p:nvPr>
        </p:nvSpPr>
        <p:spPr>
          <a:xfrm>
            <a:off x="914400" y="2406960"/>
            <a:ext cx="16458840" cy="5965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6"/>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0" name="Google Shape;91;p11" descr=""/>
          <p:cNvPicPr/>
          <p:nvPr/>
        </p:nvPicPr>
        <p:blipFill>
          <a:blip r:embed="rId2"/>
          <a:stretch/>
        </p:blipFill>
        <p:spPr>
          <a:xfrm>
            <a:off x="0" y="9144000"/>
            <a:ext cx="18287640" cy="1142640"/>
          </a:xfrm>
          <a:prstGeom prst="rect">
            <a:avLst/>
          </a:prstGeom>
          <a:ln w="0">
            <a:noFill/>
          </a:ln>
        </p:spPr>
      </p:pic>
      <p:sp>
        <p:nvSpPr>
          <p:cNvPr id="11" name="Google Shape;92;p11"/>
          <p:cNvSpPr/>
          <p:nvPr/>
        </p:nvSpPr>
        <p:spPr>
          <a:xfrm>
            <a:off x="577080" y="9439920"/>
            <a:ext cx="2610360" cy="619920"/>
          </a:xfrm>
          <a:prstGeom prst="rect">
            <a:avLst/>
          </a:prstGeom>
          <a:solidFill>
            <a:srgbClr val="14257f"/>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ffffff"/>
              </a:solidFill>
              <a:latin typeface="Arial"/>
            </a:endParaRPr>
          </a:p>
        </p:txBody>
      </p:sp>
      <p:pic>
        <p:nvPicPr>
          <p:cNvPr id="12" name="Google Shape;93;p11" descr=""/>
          <p:cNvPicPr/>
          <p:nvPr/>
        </p:nvPicPr>
        <p:blipFill>
          <a:blip r:embed="rId3"/>
          <a:stretch/>
        </p:blipFill>
        <p:spPr>
          <a:xfrm>
            <a:off x="667800" y="9434160"/>
            <a:ext cx="2619360" cy="619920"/>
          </a:xfrm>
          <a:prstGeom prst="rect">
            <a:avLst/>
          </a:prstGeom>
          <a:ln w="0">
            <a:noFill/>
          </a:ln>
        </p:spPr>
      </p:pic>
      <p:sp>
        <p:nvSpPr>
          <p:cNvPr id="13" name="Google Shape;94;p11"/>
          <p:cNvSpPr/>
          <p:nvPr/>
        </p:nvSpPr>
        <p:spPr>
          <a:xfrm>
            <a:off x="-360" y="-720"/>
            <a:ext cx="18287640" cy="9143640"/>
          </a:xfrm>
          <a:prstGeom prst="rect">
            <a:avLst/>
          </a:prstGeom>
          <a:solidFill>
            <a:srgbClr val="f0f0f0"/>
          </a:solidFill>
          <a:ln w="0">
            <a:noFill/>
          </a:ln>
          <a:effectLst>
            <a:outerShdw algn="bl" blurRad="714240" dir="5400000" dist="237960" rotWithShape="0">
              <a:srgbClr val="000000">
                <a:alpha val="25000"/>
              </a:srgbClr>
            </a:outerShdw>
          </a:effectLst>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14" name="Google Shape;95;p11"/>
          <p:cNvSpPr/>
          <p:nvPr/>
        </p:nvSpPr>
        <p:spPr>
          <a:xfrm>
            <a:off x="685800" y="434520"/>
            <a:ext cx="16916040" cy="685440"/>
          </a:xfrm>
          <a:prstGeom prst="rect">
            <a:avLst/>
          </a:prstGeom>
          <a:noFill/>
          <a:ln w="0">
            <a:noFill/>
          </a:ln>
        </p:spPr>
        <p:style>
          <a:lnRef idx="0"/>
          <a:fillRef idx="0"/>
          <a:effectRef idx="0"/>
          <a:fontRef idx="minor"/>
        </p:style>
        <p:txBody>
          <a:bodyPr lIns="0" rIns="0" tIns="0" bIns="0" anchor="t">
            <a:noAutofit/>
          </a:bodyPr>
          <a:p>
            <a:pPr>
              <a:lnSpc>
                <a:spcPct val="115000"/>
              </a:lnSpc>
              <a:spcAft>
                <a:spcPts val="2001"/>
              </a:spcAft>
              <a:tabLst>
                <a:tab algn="l" pos="0"/>
              </a:tabLst>
            </a:pPr>
            <a:r>
              <a:rPr b="0" lang="en" sz="4800" spc="-1" strike="noStrike">
                <a:solidFill>
                  <a:srgbClr val="0b0b0b"/>
                </a:solidFill>
                <a:latin typeface="Open Sans Light"/>
                <a:ea typeface="Open Sans Light"/>
              </a:rPr>
              <a:t>Title Placeholder</a:t>
            </a:r>
            <a:endParaRPr b="0" lang="en-US" sz="4800" spc="-1" strike="noStrike">
              <a:solidFill>
                <a:srgbClr val="000000"/>
              </a:solidFill>
              <a:latin typeface="Arial"/>
            </a:endParaRPr>
          </a:p>
        </p:txBody>
      </p:sp>
      <p:sp>
        <p:nvSpPr>
          <p:cNvPr id="15" name="PlaceHolder 1"/>
          <p:cNvSpPr>
            <a:spLocks noGrp="1"/>
          </p:cNvSpPr>
          <p:nvPr>
            <p:ph type="body"/>
          </p:nvPr>
        </p:nvSpPr>
        <p:spPr>
          <a:xfrm>
            <a:off x="685800" y="1554840"/>
            <a:ext cx="8240760" cy="690336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3000" spc="-1" strike="noStrike">
                <a:solidFill>
                  <a:srgbClr val="000000"/>
                </a:solidFill>
                <a:latin typeface="Arial"/>
              </a:rPr>
              <a:t>Click to edit the outline text format</a:t>
            </a:r>
            <a:endParaRPr b="0" lang="en-US" sz="3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000" spc="-1" strike="noStrike">
                <a:solidFill>
                  <a:srgbClr val="000000"/>
                </a:solidFill>
                <a:latin typeface="Arial"/>
              </a:rPr>
              <a:t>Second Outline Level</a:t>
            </a:r>
            <a:endParaRPr b="0" lang="en-US" sz="3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000" spc="-1" strike="noStrike">
                <a:solidFill>
                  <a:srgbClr val="000000"/>
                </a:solidFill>
                <a:latin typeface="Arial"/>
              </a:rPr>
              <a:t>Third Outline Level</a:t>
            </a:r>
            <a:endParaRPr b="0" lang="en-US" sz="3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000" spc="-1" strike="noStrike">
                <a:solidFill>
                  <a:srgbClr val="000000"/>
                </a:solidFill>
                <a:latin typeface="Arial"/>
              </a:rPr>
              <a:t>Fourth Outline Level</a:t>
            </a:r>
            <a:endParaRPr b="0" lang="en-US" sz="3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000" spc="-1" strike="noStrike">
                <a:solidFill>
                  <a:srgbClr val="000000"/>
                </a:solidFill>
                <a:latin typeface="Arial"/>
              </a:rPr>
              <a:t>Fifth Outline Level</a:t>
            </a:r>
            <a:endParaRPr b="0" lang="en-US" sz="3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000" spc="-1" strike="noStrike">
                <a:solidFill>
                  <a:srgbClr val="000000"/>
                </a:solidFill>
                <a:latin typeface="Arial"/>
              </a:rPr>
              <a:t>Sixth Outline Level</a:t>
            </a:r>
            <a:endParaRPr b="0" lang="en-US" sz="3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000" spc="-1" strike="noStrike">
                <a:solidFill>
                  <a:srgbClr val="000000"/>
                </a:solidFill>
                <a:latin typeface="Arial"/>
              </a:rPr>
              <a:t>Seventh Outline Level</a:t>
            </a:r>
            <a:endParaRPr b="0" lang="en-US" sz="3000" spc="-1" strike="noStrike">
              <a:solidFill>
                <a:srgbClr val="000000"/>
              </a:solidFill>
              <a:latin typeface="Arial"/>
            </a:endParaRPr>
          </a:p>
        </p:txBody>
      </p:sp>
      <p:sp>
        <p:nvSpPr>
          <p:cNvPr id="16" name="PlaceHolder 2"/>
          <p:cNvSpPr>
            <a:spLocks noGrp="1"/>
          </p:cNvSpPr>
          <p:nvPr>
            <p:ph type="body"/>
          </p:nvPr>
        </p:nvSpPr>
        <p:spPr>
          <a:xfrm>
            <a:off x="9361440" y="1554840"/>
            <a:ext cx="8240760" cy="690336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3000" spc="-1" strike="noStrike">
                <a:solidFill>
                  <a:srgbClr val="000000"/>
                </a:solidFill>
                <a:latin typeface="Arial"/>
              </a:rPr>
              <a:t>Click to edit the outline text format</a:t>
            </a:r>
            <a:endParaRPr b="0" lang="en-US" sz="3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000" spc="-1" strike="noStrike">
                <a:solidFill>
                  <a:srgbClr val="000000"/>
                </a:solidFill>
                <a:latin typeface="Arial"/>
              </a:rPr>
              <a:t>Second Outline Level</a:t>
            </a:r>
            <a:endParaRPr b="0" lang="en-US" sz="3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000" spc="-1" strike="noStrike">
                <a:solidFill>
                  <a:srgbClr val="000000"/>
                </a:solidFill>
                <a:latin typeface="Arial"/>
              </a:rPr>
              <a:t>Third Outline Level</a:t>
            </a:r>
            <a:endParaRPr b="0" lang="en-US" sz="3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000" spc="-1" strike="noStrike">
                <a:solidFill>
                  <a:srgbClr val="000000"/>
                </a:solidFill>
                <a:latin typeface="Arial"/>
              </a:rPr>
              <a:t>Fourth Outline Level</a:t>
            </a:r>
            <a:endParaRPr b="0" lang="en-US" sz="3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000" spc="-1" strike="noStrike">
                <a:solidFill>
                  <a:srgbClr val="000000"/>
                </a:solidFill>
                <a:latin typeface="Arial"/>
              </a:rPr>
              <a:t>Fifth Outline Level</a:t>
            </a:r>
            <a:endParaRPr b="0" lang="en-US" sz="3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000" spc="-1" strike="noStrike">
                <a:solidFill>
                  <a:srgbClr val="000000"/>
                </a:solidFill>
                <a:latin typeface="Arial"/>
              </a:rPr>
              <a:t>Sixth Outline Level</a:t>
            </a:r>
            <a:endParaRPr b="0" lang="en-US" sz="3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000" spc="-1" strike="noStrike">
                <a:solidFill>
                  <a:srgbClr val="000000"/>
                </a:solidFill>
                <a:latin typeface="Arial"/>
              </a:rPr>
              <a:t>Seventh Outline Level</a:t>
            </a:r>
            <a:endParaRPr b="0" lang="en-US" sz="3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7" name="Google Shape;99;p12" descr=""/>
          <p:cNvPicPr/>
          <p:nvPr/>
        </p:nvPicPr>
        <p:blipFill>
          <a:blip r:embed="rId2"/>
          <a:stretch/>
        </p:blipFill>
        <p:spPr>
          <a:xfrm>
            <a:off x="0" y="0"/>
            <a:ext cx="18287640" cy="10286640"/>
          </a:xfrm>
          <a:prstGeom prst="rect">
            <a:avLst/>
          </a:prstGeom>
          <a:ln w="0">
            <a:noFill/>
          </a:ln>
        </p:spPr>
      </p:pic>
      <p:sp>
        <p:nvSpPr>
          <p:cNvPr id="18" name="Google Shape;100;p12"/>
          <p:cNvSpPr/>
          <p:nvPr/>
        </p:nvSpPr>
        <p:spPr>
          <a:xfrm flipH="1">
            <a:off x="1284840" y="1009800"/>
            <a:ext cx="15716520" cy="8267760"/>
          </a:xfrm>
          <a:prstGeom prst="round2DiagRect">
            <a:avLst>
              <a:gd name="adj1" fmla="val 20143"/>
              <a:gd name="adj2" fmla="val 0"/>
            </a:avLst>
          </a:prstGeom>
          <a:solidFill>
            <a:srgbClr val="f0f0f0"/>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19" name="PlaceHolder 1"/>
          <p:cNvSpPr>
            <a:spLocks noGrp="1"/>
          </p:cNvSpPr>
          <p:nvPr>
            <p:ph type="body"/>
          </p:nvPr>
        </p:nvSpPr>
        <p:spPr>
          <a:xfrm>
            <a:off x="2110680" y="1908000"/>
            <a:ext cx="14066640" cy="6470640"/>
          </a:xfrm>
          <a:prstGeom prst="rect">
            <a:avLst/>
          </a:prstGeom>
          <a:noFill/>
          <a:ln w="0">
            <a:noFill/>
          </a:ln>
        </p:spPr>
        <p:txBody>
          <a:bodyPr lIns="0" rIns="0" tIns="0" bIns="0" anchor="ctr">
            <a:noAutofit/>
          </a:bodyPr>
          <a:p>
            <a:pPr marL="432000" indent="-324000">
              <a:spcBef>
                <a:spcPts val="1417"/>
              </a:spcBef>
              <a:buClr>
                <a:srgbClr val="000000"/>
              </a:buClr>
              <a:buSzPct val="45000"/>
              <a:buFont typeface="Wingdings" charset="2"/>
              <a:buChar char=""/>
            </a:pPr>
            <a:r>
              <a:rPr b="0" lang="en-US" sz="4800" spc="-1" strike="noStrike">
                <a:solidFill>
                  <a:srgbClr val="000000"/>
                </a:solidFill>
                <a:latin typeface="Arial"/>
              </a:rPr>
              <a:t>Click to edit the outline text format</a:t>
            </a:r>
            <a:endParaRPr b="0" lang="en-US" sz="4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4800" spc="-1" strike="noStrike">
                <a:solidFill>
                  <a:srgbClr val="000000"/>
                </a:solidFill>
                <a:latin typeface="Arial"/>
              </a:rPr>
              <a:t>Second Outline Level</a:t>
            </a:r>
            <a:endParaRPr b="0" lang="en-US" sz="4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4800" spc="-1" strike="noStrike">
                <a:solidFill>
                  <a:srgbClr val="000000"/>
                </a:solidFill>
                <a:latin typeface="Arial"/>
              </a:rPr>
              <a:t>Third Outline Level</a:t>
            </a:r>
            <a:endParaRPr b="0" lang="en-US" sz="4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4800" spc="-1" strike="noStrike">
                <a:solidFill>
                  <a:srgbClr val="000000"/>
                </a:solidFill>
                <a:latin typeface="Arial"/>
              </a:rPr>
              <a:t>Fourth Outline Level</a:t>
            </a:r>
            <a:endParaRPr b="0" lang="en-US" sz="4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4800" spc="-1" strike="noStrike">
                <a:solidFill>
                  <a:srgbClr val="000000"/>
                </a:solidFill>
                <a:latin typeface="Arial"/>
              </a:rPr>
              <a:t>Fifth Outline Level</a:t>
            </a:r>
            <a:endParaRPr b="0" lang="en-US" sz="4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4800" spc="-1" strike="noStrike">
                <a:solidFill>
                  <a:srgbClr val="000000"/>
                </a:solidFill>
                <a:latin typeface="Arial"/>
              </a:rPr>
              <a:t>Sixth Outline Level</a:t>
            </a:r>
            <a:endParaRPr b="0" lang="en-US" sz="4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4800" spc="-1" strike="noStrike">
                <a:solidFill>
                  <a:srgbClr val="000000"/>
                </a:solidFill>
                <a:latin typeface="Arial"/>
              </a:rPr>
              <a:t>Seventh Outline Level</a:t>
            </a:r>
            <a:endParaRPr b="0" lang="en-US" sz="4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20" name="Google Shape;21;p3" descr=""/>
          <p:cNvPicPr/>
          <p:nvPr/>
        </p:nvPicPr>
        <p:blipFill>
          <a:blip r:embed="rId3"/>
          <a:stretch/>
        </p:blipFill>
        <p:spPr>
          <a:xfrm>
            <a:off x="0" y="0"/>
            <a:ext cx="18287640" cy="10286640"/>
          </a:xfrm>
          <a:prstGeom prst="rect">
            <a:avLst/>
          </a:prstGeom>
          <a:ln w="0">
            <a:noFill/>
          </a:ln>
        </p:spPr>
      </p:pic>
      <p:sp>
        <p:nvSpPr>
          <p:cNvPr id="21" name="PlaceHolder 1"/>
          <p:cNvSpPr>
            <a:spLocks noGrp="1"/>
          </p:cNvSpPr>
          <p:nvPr>
            <p:ph type="title"/>
          </p:nvPr>
        </p:nvSpPr>
        <p:spPr>
          <a:xfrm>
            <a:off x="1225080" y="3735360"/>
            <a:ext cx="15837120" cy="2815920"/>
          </a:xfrm>
          <a:prstGeom prst="rect">
            <a:avLst/>
          </a:prstGeom>
          <a:noFill/>
          <a:ln w="0">
            <a:noFill/>
          </a:ln>
        </p:spPr>
        <p:txBody>
          <a:bodyPr lIns="0" rIns="0" tIns="0" bIns="0" anchor="ctr">
            <a:noAutofit/>
          </a:bodyPr>
          <a:p>
            <a:pPr indent="0">
              <a:buNone/>
            </a:pPr>
            <a:r>
              <a:rPr b="0" lang="en-US" sz="7600" spc="-1" strike="noStrike">
                <a:solidFill>
                  <a:srgbClr val="000000"/>
                </a:solidFill>
                <a:latin typeface="Arial"/>
              </a:rPr>
              <a:t>Click to </a:t>
            </a:r>
            <a:r>
              <a:rPr b="0" lang="en-US" sz="7600" spc="-1" strike="noStrike">
                <a:solidFill>
                  <a:srgbClr val="000000"/>
                </a:solidFill>
                <a:latin typeface="Arial"/>
              </a:rPr>
              <a:t>edit the </a:t>
            </a:r>
            <a:r>
              <a:rPr b="0" lang="en-US" sz="7600" spc="-1" strike="noStrike">
                <a:solidFill>
                  <a:srgbClr val="000000"/>
                </a:solidFill>
                <a:latin typeface="Arial"/>
              </a:rPr>
              <a:t>title text </a:t>
            </a:r>
            <a:r>
              <a:rPr b="0" lang="en-US" sz="7600" spc="-1" strike="noStrike">
                <a:solidFill>
                  <a:srgbClr val="000000"/>
                </a:solidFill>
                <a:latin typeface="Arial"/>
              </a:rPr>
              <a:t>format</a:t>
            </a:r>
            <a:endParaRPr b="0" lang="en-US" sz="7600" spc="-1" strike="noStrike">
              <a:solidFill>
                <a:srgbClr val="000000"/>
              </a:solidFill>
              <a:latin typeface="Arial"/>
            </a:endParaRPr>
          </a:p>
        </p:txBody>
      </p:sp>
      <p:sp>
        <p:nvSpPr>
          <p:cNvPr id="22" name="Google Shape;23;p3"/>
          <p:cNvSpPr/>
          <p:nvPr/>
        </p:nvSpPr>
        <p:spPr>
          <a:xfrm>
            <a:off x="577080" y="9439920"/>
            <a:ext cx="2610360" cy="619920"/>
          </a:xfrm>
          <a:prstGeom prst="rect">
            <a:avLst/>
          </a:prstGeom>
          <a:solidFill>
            <a:schemeClr val="dk2"/>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ffffff"/>
              </a:solidFill>
              <a:latin typeface="Arial"/>
            </a:endParaRPr>
          </a:p>
        </p:txBody>
      </p:sp>
      <p:pic>
        <p:nvPicPr>
          <p:cNvPr id="23" name="Google Shape;24;p3" descr=""/>
          <p:cNvPicPr/>
          <p:nvPr/>
        </p:nvPicPr>
        <p:blipFill>
          <a:blip r:embed="rId4"/>
          <a:stretch/>
        </p:blipFill>
        <p:spPr>
          <a:xfrm>
            <a:off x="667800" y="9434160"/>
            <a:ext cx="2619360" cy="6199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5" r:id="rId5"/>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4" name="Google Shape;26;p4"/>
          <p:cNvSpPr/>
          <p:nvPr/>
        </p:nvSpPr>
        <p:spPr>
          <a:xfrm>
            <a:off x="-360" y="0"/>
            <a:ext cx="18287640" cy="9143640"/>
          </a:xfrm>
          <a:prstGeom prst="rect">
            <a:avLst/>
          </a:prstGeom>
          <a:solidFill>
            <a:srgbClr val="ffffff"/>
          </a:solidFill>
          <a:ln w="0">
            <a:noFill/>
          </a:ln>
          <a:effectLst>
            <a:outerShdw algn="bl" blurRad="714240" dir="5400000" dist="237960" rotWithShape="0">
              <a:srgbClr val="000000">
                <a:alpha val="25000"/>
              </a:srgbClr>
            </a:outerShdw>
          </a:effectLst>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pic>
        <p:nvPicPr>
          <p:cNvPr id="25" name="Google Shape;27;p4" descr=""/>
          <p:cNvPicPr/>
          <p:nvPr/>
        </p:nvPicPr>
        <p:blipFill>
          <a:blip r:embed="rId2"/>
          <a:stretch/>
        </p:blipFill>
        <p:spPr>
          <a:xfrm>
            <a:off x="0" y="9144000"/>
            <a:ext cx="18287640" cy="1142640"/>
          </a:xfrm>
          <a:prstGeom prst="rect">
            <a:avLst/>
          </a:prstGeom>
          <a:ln w="0">
            <a:noFill/>
          </a:ln>
        </p:spPr>
      </p:pic>
      <p:sp>
        <p:nvSpPr>
          <p:cNvPr id="26" name="PlaceHolder 1"/>
          <p:cNvSpPr>
            <a:spLocks noGrp="1"/>
          </p:cNvSpPr>
          <p:nvPr>
            <p:ph type="title"/>
          </p:nvPr>
        </p:nvSpPr>
        <p:spPr>
          <a:xfrm>
            <a:off x="685800" y="307800"/>
            <a:ext cx="16916040" cy="1508760"/>
          </a:xfrm>
          <a:prstGeom prst="rect">
            <a:avLst/>
          </a:prstGeom>
          <a:noFill/>
          <a:ln w="0">
            <a:noFill/>
          </a:ln>
        </p:spPr>
        <p:txBody>
          <a:bodyPr lIns="0" rIns="0" tIns="0" bIns="0" anchor="ctr">
            <a:noAutofit/>
          </a:bodyPr>
          <a:p>
            <a:pPr indent="0">
              <a:buNone/>
            </a:pPr>
            <a:r>
              <a:rPr b="0" lang="en-US" sz="5600" spc="-1" strike="noStrike">
                <a:solidFill>
                  <a:srgbClr val="000000"/>
                </a:solidFill>
                <a:latin typeface="Arial"/>
              </a:rPr>
              <a:t>Click to edit the title text format</a:t>
            </a:r>
            <a:endParaRPr b="0" lang="en-US" sz="5600" spc="-1" strike="noStrike">
              <a:solidFill>
                <a:srgbClr val="000000"/>
              </a:solidFill>
              <a:latin typeface="Arial"/>
            </a:endParaRPr>
          </a:p>
        </p:txBody>
      </p:sp>
      <p:sp>
        <p:nvSpPr>
          <p:cNvPr id="27" name="PlaceHolder 2"/>
          <p:cNvSpPr>
            <a:spLocks noGrp="1"/>
          </p:cNvSpPr>
          <p:nvPr>
            <p:ph type="body"/>
          </p:nvPr>
        </p:nvSpPr>
        <p:spPr>
          <a:xfrm>
            <a:off x="685800" y="1828800"/>
            <a:ext cx="16916040" cy="662904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3600" spc="-1" strike="noStrike">
                <a:solidFill>
                  <a:srgbClr val="000000"/>
                </a:solidFill>
                <a:latin typeface="Arial"/>
              </a:rPr>
              <a:t>Click to edit the outline text format</a:t>
            </a:r>
            <a:endParaRPr b="0" lang="en-US" sz="3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600" spc="-1" strike="noStrike">
                <a:solidFill>
                  <a:srgbClr val="000000"/>
                </a:solidFill>
                <a:latin typeface="Arial"/>
              </a:rPr>
              <a:t>Second Outline Level</a:t>
            </a:r>
            <a:endParaRPr b="0" lang="en-US" sz="3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600" spc="-1" strike="noStrike">
                <a:solidFill>
                  <a:srgbClr val="000000"/>
                </a:solidFill>
                <a:latin typeface="Arial"/>
              </a:rPr>
              <a:t>Third Outline Level</a:t>
            </a:r>
            <a:endParaRPr b="0" lang="en-US" sz="3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600" spc="-1" strike="noStrike">
                <a:solidFill>
                  <a:srgbClr val="000000"/>
                </a:solidFill>
                <a:latin typeface="Arial"/>
              </a:rPr>
              <a:t>Fourth Outline Level</a:t>
            </a:r>
            <a:endParaRPr b="0" lang="en-US" sz="3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600" spc="-1" strike="noStrike">
                <a:solidFill>
                  <a:srgbClr val="000000"/>
                </a:solidFill>
                <a:latin typeface="Arial"/>
              </a:rPr>
              <a:t>Fifth Outline Level</a:t>
            </a:r>
            <a:endParaRPr b="0" lang="en-US" sz="3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600" spc="-1" strike="noStrike">
                <a:solidFill>
                  <a:srgbClr val="000000"/>
                </a:solidFill>
                <a:latin typeface="Arial"/>
              </a:rPr>
              <a:t>Sixth Outline Level</a:t>
            </a:r>
            <a:endParaRPr b="0" lang="en-US" sz="3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600" spc="-1" strike="noStrike">
                <a:solidFill>
                  <a:srgbClr val="000000"/>
                </a:solidFill>
                <a:latin typeface="Arial"/>
              </a:rPr>
              <a:t>Seventh Outline Level</a:t>
            </a:r>
            <a:endParaRPr b="0" lang="en-US" sz="3600" spc="-1" strike="noStrike">
              <a:solidFill>
                <a:srgbClr val="000000"/>
              </a:solidFill>
              <a:latin typeface="Arial"/>
            </a:endParaRPr>
          </a:p>
        </p:txBody>
      </p:sp>
      <p:sp>
        <p:nvSpPr>
          <p:cNvPr id="28" name="Google Shape;30;p4"/>
          <p:cNvSpPr/>
          <p:nvPr/>
        </p:nvSpPr>
        <p:spPr>
          <a:xfrm>
            <a:off x="577080" y="9439920"/>
            <a:ext cx="2610360" cy="619920"/>
          </a:xfrm>
          <a:prstGeom prst="rect">
            <a:avLst/>
          </a:prstGeom>
          <a:solidFill>
            <a:srgbClr val="14257f"/>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ffffff"/>
              </a:solidFill>
              <a:latin typeface="Arial"/>
            </a:endParaRPr>
          </a:p>
        </p:txBody>
      </p:sp>
      <p:pic>
        <p:nvPicPr>
          <p:cNvPr id="29" name="Google Shape;31;p4" descr=""/>
          <p:cNvPicPr/>
          <p:nvPr/>
        </p:nvPicPr>
        <p:blipFill>
          <a:blip r:embed="rId3"/>
          <a:stretch/>
        </p:blipFill>
        <p:spPr>
          <a:xfrm>
            <a:off x="667800" y="9434160"/>
            <a:ext cx="2619360" cy="6199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7" r:id="rId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0" name="Google Shape;33;p5"/>
          <p:cNvSpPr/>
          <p:nvPr/>
        </p:nvSpPr>
        <p:spPr>
          <a:xfrm>
            <a:off x="360" y="0"/>
            <a:ext cx="18287640" cy="1137240"/>
          </a:xfrm>
          <a:prstGeom prst="rect">
            <a:avLst/>
          </a:prstGeom>
          <a:solidFill>
            <a:schemeClr val="dk2"/>
          </a:solidFill>
          <a:ln w="0">
            <a:noFill/>
          </a:ln>
        </p:spPr>
        <p:style>
          <a:lnRef idx="0"/>
          <a:fillRef idx="0"/>
          <a:effectRef idx="0"/>
          <a:fontRef idx="minor"/>
        </p:style>
        <p:txBody>
          <a:bodyPr lIns="182880" rIns="182880" tIns="182880" bIns="182880" anchor="ctr">
            <a:noAutofit/>
          </a:bodyPr>
          <a:p>
            <a:pPr>
              <a:lnSpc>
                <a:spcPct val="100000"/>
              </a:lnSpc>
              <a:tabLst>
                <a:tab algn="l" pos="0"/>
              </a:tabLst>
            </a:pPr>
            <a:endParaRPr b="0" lang="en-US" sz="1400" spc="-1" strike="noStrike">
              <a:solidFill>
                <a:srgbClr val="ffffff"/>
              </a:solidFill>
              <a:latin typeface="Arial"/>
            </a:endParaRPr>
          </a:p>
        </p:txBody>
      </p:sp>
      <p:sp>
        <p:nvSpPr>
          <p:cNvPr id="31" name="PlaceHolder 1"/>
          <p:cNvSpPr>
            <a:spLocks noGrp="1"/>
          </p:cNvSpPr>
          <p:nvPr>
            <p:ph type="title"/>
          </p:nvPr>
        </p:nvSpPr>
        <p:spPr>
          <a:xfrm>
            <a:off x="685800" y="0"/>
            <a:ext cx="16916040" cy="1137240"/>
          </a:xfrm>
          <a:prstGeom prst="rect">
            <a:avLst/>
          </a:prstGeom>
          <a:noFill/>
          <a:ln w="0">
            <a:noFill/>
          </a:ln>
        </p:spPr>
        <p:txBody>
          <a:bodyPr lIns="0" rIns="0" tIns="0" bIns="0" anchor="ctr">
            <a:noAutofit/>
          </a:bodyPr>
          <a:p>
            <a:pPr indent="0">
              <a:buNone/>
            </a:pPr>
            <a:r>
              <a:rPr b="0" lang="en-US" sz="4800" spc="-1" strike="noStrike">
                <a:solidFill>
                  <a:srgbClr val="000000"/>
                </a:solidFill>
                <a:latin typeface="Arial"/>
              </a:rPr>
              <a:t>Click to edit the title text format</a:t>
            </a:r>
            <a:endParaRPr b="0" lang="en-US" sz="4800" spc="-1" strike="noStrike">
              <a:solidFill>
                <a:srgbClr val="000000"/>
              </a:solidFill>
              <a:latin typeface="Arial"/>
            </a:endParaRPr>
          </a:p>
        </p:txBody>
      </p:sp>
      <p:pic>
        <p:nvPicPr>
          <p:cNvPr id="32" name="Google Shape;35;p5" descr=""/>
          <p:cNvPicPr/>
          <p:nvPr/>
        </p:nvPicPr>
        <p:blipFill>
          <a:blip r:embed="rId2"/>
          <a:stretch/>
        </p:blipFill>
        <p:spPr>
          <a:xfrm>
            <a:off x="667800" y="9434160"/>
            <a:ext cx="2619360" cy="6199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33" name="Google Shape;37;p6" descr=""/>
          <p:cNvPicPr/>
          <p:nvPr/>
        </p:nvPicPr>
        <p:blipFill>
          <a:blip r:embed="rId2"/>
          <a:stretch/>
        </p:blipFill>
        <p:spPr>
          <a:xfrm>
            <a:off x="0" y="9144000"/>
            <a:ext cx="18287640" cy="1142640"/>
          </a:xfrm>
          <a:prstGeom prst="rect">
            <a:avLst/>
          </a:prstGeom>
          <a:ln w="0">
            <a:noFill/>
          </a:ln>
        </p:spPr>
      </p:pic>
      <p:sp>
        <p:nvSpPr>
          <p:cNvPr id="34" name="Google Shape;38;p6"/>
          <p:cNvSpPr/>
          <p:nvPr/>
        </p:nvSpPr>
        <p:spPr>
          <a:xfrm>
            <a:off x="577080" y="9439920"/>
            <a:ext cx="2610360" cy="619920"/>
          </a:xfrm>
          <a:prstGeom prst="rect">
            <a:avLst/>
          </a:prstGeom>
          <a:solidFill>
            <a:srgbClr val="14257f"/>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ffffff"/>
              </a:solidFill>
              <a:latin typeface="Arial"/>
            </a:endParaRPr>
          </a:p>
        </p:txBody>
      </p:sp>
      <p:pic>
        <p:nvPicPr>
          <p:cNvPr id="35" name="Google Shape;39;p6" descr=""/>
          <p:cNvPicPr/>
          <p:nvPr/>
        </p:nvPicPr>
        <p:blipFill>
          <a:blip r:embed="rId3"/>
          <a:stretch/>
        </p:blipFill>
        <p:spPr>
          <a:xfrm>
            <a:off x="667800" y="9434160"/>
            <a:ext cx="2619360" cy="619920"/>
          </a:xfrm>
          <a:prstGeom prst="rect">
            <a:avLst/>
          </a:prstGeom>
          <a:ln w="0">
            <a:noFill/>
          </a:ln>
        </p:spPr>
      </p:pic>
      <p:sp>
        <p:nvSpPr>
          <p:cNvPr id="36" name="Google Shape;40;p6"/>
          <p:cNvSpPr/>
          <p:nvPr/>
        </p:nvSpPr>
        <p:spPr>
          <a:xfrm>
            <a:off x="-360" y="0"/>
            <a:ext cx="18287640" cy="9143640"/>
          </a:xfrm>
          <a:prstGeom prst="rect">
            <a:avLst/>
          </a:prstGeom>
          <a:solidFill>
            <a:srgbClr val="ffffff"/>
          </a:solidFill>
          <a:ln w="0">
            <a:noFill/>
          </a:ln>
          <a:effectLst>
            <a:outerShdw algn="bl" blurRad="714240" dir="5400000" dist="237960" rotWithShape="0">
              <a:srgbClr val="000000">
                <a:alpha val="25000"/>
              </a:srgbClr>
            </a:outerShdw>
          </a:effectLst>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37" name="Google Shape;41;p6"/>
          <p:cNvSpPr/>
          <p:nvPr/>
        </p:nvSpPr>
        <p:spPr>
          <a:xfrm>
            <a:off x="11623680" y="684360"/>
            <a:ext cx="5978160" cy="7773840"/>
          </a:xfrm>
          <a:prstGeom prst="round1Rect">
            <a:avLst>
              <a:gd name="adj" fmla="val 28421"/>
            </a:avLst>
          </a:prstGeom>
          <a:solidFill>
            <a:srgbClr val="f0f0f0"/>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38" name="Google Shape;42;p6"/>
          <p:cNvSpPr/>
          <p:nvPr/>
        </p:nvSpPr>
        <p:spPr>
          <a:xfrm>
            <a:off x="12058200" y="1523520"/>
            <a:ext cx="3914640" cy="365760"/>
          </a:xfrm>
          <a:prstGeom prst="rect">
            <a:avLst/>
          </a:prstGeom>
          <a:noFill/>
          <a:ln w="0">
            <a:noFill/>
          </a:ln>
        </p:spPr>
        <p:style>
          <a:lnRef idx="0"/>
          <a:fillRef idx="0"/>
          <a:effectRef idx="0"/>
          <a:fontRef idx="minor"/>
        </p:style>
        <p:txBody>
          <a:bodyPr lIns="0" rIns="0" tIns="0" bIns="0" anchor="t">
            <a:noAutofit/>
          </a:bodyPr>
          <a:p>
            <a:pPr>
              <a:lnSpc>
                <a:spcPct val="115000"/>
              </a:lnSpc>
              <a:spcAft>
                <a:spcPts val="2001"/>
              </a:spcAft>
              <a:tabLst>
                <a:tab algn="l" pos="0"/>
              </a:tabLst>
            </a:pPr>
            <a:endParaRPr b="0" lang="en-US" sz="1400" spc="-1" strike="noStrike">
              <a:solidFill>
                <a:srgbClr val="000000"/>
              </a:solidFill>
              <a:latin typeface="Arial"/>
            </a:endParaRPr>
          </a:p>
        </p:txBody>
      </p:sp>
      <p:sp>
        <p:nvSpPr>
          <p:cNvPr id="39" name="PlaceHolder 1"/>
          <p:cNvSpPr>
            <a:spLocks noGrp="1"/>
          </p:cNvSpPr>
          <p:nvPr>
            <p:ph type="body"/>
          </p:nvPr>
        </p:nvSpPr>
        <p:spPr>
          <a:xfrm>
            <a:off x="12058200" y="2629440"/>
            <a:ext cx="5109120" cy="539352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3600" spc="-1" strike="noStrike">
                <a:solidFill>
                  <a:srgbClr val="000000"/>
                </a:solidFill>
                <a:latin typeface="Arial"/>
              </a:rPr>
              <a:t>Click to edit the outline text format</a:t>
            </a:r>
            <a:endParaRPr b="0" lang="en-US" sz="3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600" spc="-1" strike="noStrike">
                <a:solidFill>
                  <a:srgbClr val="000000"/>
                </a:solidFill>
                <a:latin typeface="Arial"/>
              </a:rPr>
              <a:t>Second Outline Level</a:t>
            </a:r>
            <a:endParaRPr b="0" lang="en-US" sz="3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600" spc="-1" strike="noStrike">
                <a:solidFill>
                  <a:srgbClr val="000000"/>
                </a:solidFill>
                <a:latin typeface="Arial"/>
              </a:rPr>
              <a:t>Third Outline Level</a:t>
            </a:r>
            <a:endParaRPr b="0" lang="en-US" sz="3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600" spc="-1" strike="noStrike">
                <a:solidFill>
                  <a:srgbClr val="000000"/>
                </a:solidFill>
                <a:latin typeface="Arial"/>
              </a:rPr>
              <a:t>Fourth Outline Level</a:t>
            </a:r>
            <a:endParaRPr b="0" lang="en-US" sz="3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600" spc="-1" strike="noStrike">
                <a:solidFill>
                  <a:srgbClr val="000000"/>
                </a:solidFill>
                <a:latin typeface="Arial"/>
              </a:rPr>
              <a:t>Fifth Outline Level</a:t>
            </a:r>
            <a:endParaRPr b="0" lang="en-US" sz="3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600" spc="-1" strike="noStrike">
                <a:solidFill>
                  <a:srgbClr val="000000"/>
                </a:solidFill>
                <a:latin typeface="Arial"/>
              </a:rPr>
              <a:t>Sixth Outline Level</a:t>
            </a:r>
            <a:endParaRPr b="0" lang="en-US" sz="3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600" spc="-1" strike="noStrike">
                <a:solidFill>
                  <a:srgbClr val="000000"/>
                </a:solidFill>
                <a:latin typeface="Arial"/>
              </a:rPr>
              <a:t>Seventh Outline Level</a:t>
            </a:r>
            <a:endParaRPr b="0" lang="en-US" sz="3600" spc="-1" strike="noStrike">
              <a:solidFill>
                <a:srgbClr val="000000"/>
              </a:solidFill>
              <a:latin typeface="Arial"/>
            </a:endParaRPr>
          </a:p>
        </p:txBody>
      </p:sp>
      <p:sp>
        <p:nvSpPr>
          <p:cNvPr id="40" name="PlaceHolder 2"/>
          <p:cNvSpPr>
            <a:spLocks noGrp="1"/>
          </p:cNvSpPr>
          <p:nvPr>
            <p:ph type="title"/>
          </p:nvPr>
        </p:nvSpPr>
        <p:spPr>
          <a:xfrm>
            <a:off x="685800" y="307800"/>
            <a:ext cx="10251720" cy="1508760"/>
          </a:xfrm>
          <a:prstGeom prst="rect">
            <a:avLst/>
          </a:prstGeom>
          <a:noFill/>
          <a:ln w="0">
            <a:noFill/>
          </a:ln>
        </p:spPr>
        <p:txBody>
          <a:bodyPr lIns="0" rIns="0" tIns="0" bIns="0" anchor="ctr">
            <a:noAutofit/>
          </a:bodyPr>
          <a:p>
            <a:pPr indent="0">
              <a:buNone/>
            </a:pPr>
            <a:r>
              <a:rPr b="0" lang="en-US" sz="5600" spc="-1" strike="noStrike">
                <a:solidFill>
                  <a:srgbClr val="000000"/>
                </a:solidFill>
                <a:latin typeface="Arial"/>
              </a:rPr>
              <a:t>Click to edit the title text format</a:t>
            </a:r>
            <a:endParaRPr b="0" lang="en-US" sz="5600" spc="-1" strike="noStrike">
              <a:solidFill>
                <a:srgbClr val="000000"/>
              </a:solidFill>
              <a:latin typeface="Arial"/>
            </a:endParaRPr>
          </a:p>
        </p:txBody>
      </p:sp>
      <p:sp>
        <p:nvSpPr>
          <p:cNvPr id="41" name="PlaceHolder 3"/>
          <p:cNvSpPr>
            <a:spLocks noGrp="1"/>
          </p:cNvSpPr>
          <p:nvPr>
            <p:ph type="body"/>
          </p:nvPr>
        </p:nvSpPr>
        <p:spPr>
          <a:xfrm>
            <a:off x="685800" y="1828800"/>
            <a:ext cx="10251720" cy="662904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3600" spc="-1" strike="noStrike">
                <a:solidFill>
                  <a:srgbClr val="000000"/>
                </a:solidFill>
                <a:latin typeface="Arial"/>
              </a:rPr>
              <a:t>Click to edit the outline text format</a:t>
            </a:r>
            <a:endParaRPr b="0" lang="en-US" sz="3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600" spc="-1" strike="noStrike">
                <a:solidFill>
                  <a:srgbClr val="000000"/>
                </a:solidFill>
                <a:latin typeface="Arial"/>
              </a:rPr>
              <a:t>Second Outline Level</a:t>
            </a:r>
            <a:endParaRPr b="0" lang="en-US" sz="3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600" spc="-1" strike="noStrike">
                <a:solidFill>
                  <a:srgbClr val="000000"/>
                </a:solidFill>
                <a:latin typeface="Arial"/>
              </a:rPr>
              <a:t>Third Outline Level</a:t>
            </a:r>
            <a:endParaRPr b="0" lang="en-US" sz="3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600" spc="-1" strike="noStrike">
                <a:solidFill>
                  <a:srgbClr val="000000"/>
                </a:solidFill>
                <a:latin typeface="Arial"/>
              </a:rPr>
              <a:t>Fourth Outline Level</a:t>
            </a:r>
            <a:endParaRPr b="0" lang="en-US" sz="3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600" spc="-1" strike="noStrike">
                <a:solidFill>
                  <a:srgbClr val="000000"/>
                </a:solidFill>
                <a:latin typeface="Arial"/>
              </a:rPr>
              <a:t>Fifth Outline Level</a:t>
            </a:r>
            <a:endParaRPr b="0" lang="en-US" sz="3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600" spc="-1" strike="noStrike">
                <a:solidFill>
                  <a:srgbClr val="000000"/>
                </a:solidFill>
                <a:latin typeface="Arial"/>
              </a:rPr>
              <a:t>Sixth Outline Level</a:t>
            </a:r>
            <a:endParaRPr b="0" lang="en-US" sz="3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600" spc="-1" strike="noStrike">
                <a:solidFill>
                  <a:srgbClr val="000000"/>
                </a:solidFill>
                <a:latin typeface="Arial"/>
              </a:rPr>
              <a:t>Seventh Outline Level</a:t>
            </a:r>
            <a:endParaRPr b="0" lang="en-US" sz="36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4"/>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42" name="Google Shape;48;p7" descr=""/>
          <p:cNvPicPr/>
          <p:nvPr/>
        </p:nvPicPr>
        <p:blipFill>
          <a:blip r:embed="rId2"/>
          <a:stretch/>
        </p:blipFill>
        <p:spPr>
          <a:xfrm>
            <a:off x="0" y="9144000"/>
            <a:ext cx="18287640" cy="1142640"/>
          </a:xfrm>
          <a:prstGeom prst="rect">
            <a:avLst/>
          </a:prstGeom>
          <a:ln w="0">
            <a:noFill/>
          </a:ln>
        </p:spPr>
      </p:pic>
      <p:sp>
        <p:nvSpPr>
          <p:cNvPr id="43" name="Google Shape;49;p7"/>
          <p:cNvSpPr/>
          <p:nvPr/>
        </p:nvSpPr>
        <p:spPr>
          <a:xfrm>
            <a:off x="577080" y="9439920"/>
            <a:ext cx="2610360" cy="619920"/>
          </a:xfrm>
          <a:prstGeom prst="rect">
            <a:avLst/>
          </a:prstGeom>
          <a:solidFill>
            <a:srgbClr val="14257f"/>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ffffff"/>
              </a:solidFill>
              <a:latin typeface="Arial"/>
            </a:endParaRPr>
          </a:p>
        </p:txBody>
      </p:sp>
      <p:pic>
        <p:nvPicPr>
          <p:cNvPr id="44" name="Google Shape;50;p7" descr=""/>
          <p:cNvPicPr/>
          <p:nvPr/>
        </p:nvPicPr>
        <p:blipFill>
          <a:blip r:embed="rId3"/>
          <a:stretch/>
        </p:blipFill>
        <p:spPr>
          <a:xfrm>
            <a:off x="667800" y="9434160"/>
            <a:ext cx="2619360" cy="619920"/>
          </a:xfrm>
          <a:prstGeom prst="rect">
            <a:avLst/>
          </a:prstGeom>
          <a:ln w="0">
            <a:noFill/>
          </a:ln>
        </p:spPr>
      </p:pic>
      <p:sp>
        <p:nvSpPr>
          <p:cNvPr id="45" name="Google Shape;51;p7"/>
          <p:cNvSpPr/>
          <p:nvPr/>
        </p:nvSpPr>
        <p:spPr>
          <a:xfrm>
            <a:off x="-360" y="0"/>
            <a:ext cx="18287640" cy="9143640"/>
          </a:xfrm>
          <a:prstGeom prst="rect">
            <a:avLst/>
          </a:prstGeom>
          <a:solidFill>
            <a:srgbClr val="ffffff"/>
          </a:solidFill>
          <a:ln w="0">
            <a:noFill/>
          </a:ln>
          <a:effectLst>
            <a:outerShdw algn="bl" blurRad="714240" dir="5400000" dist="237960" rotWithShape="0">
              <a:srgbClr val="000000">
                <a:alpha val="25000"/>
              </a:srgbClr>
            </a:outerShdw>
          </a:effectLst>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46" name="Google Shape;52;p7"/>
          <p:cNvSpPr/>
          <p:nvPr/>
        </p:nvSpPr>
        <p:spPr>
          <a:xfrm>
            <a:off x="9829800" y="684360"/>
            <a:ext cx="7772040" cy="7773840"/>
          </a:xfrm>
          <a:prstGeom prst="round1Rect">
            <a:avLst>
              <a:gd name="adj" fmla="val 22136"/>
            </a:avLst>
          </a:prstGeom>
          <a:solidFill>
            <a:srgbClr val="f0f0f0"/>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47" name="PlaceHolder 1"/>
          <p:cNvSpPr>
            <a:spLocks noGrp="1"/>
          </p:cNvSpPr>
          <p:nvPr>
            <p:ph type="body"/>
          </p:nvPr>
        </p:nvSpPr>
        <p:spPr>
          <a:xfrm>
            <a:off x="10264680" y="2194920"/>
            <a:ext cx="6902640" cy="582876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3600" spc="-1" strike="noStrike">
                <a:solidFill>
                  <a:srgbClr val="000000"/>
                </a:solidFill>
                <a:latin typeface="Arial"/>
              </a:rPr>
              <a:t>Click to edit the outline text format</a:t>
            </a:r>
            <a:endParaRPr b="0" lang="en-US" sz="3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600" spc="-1" strike="noStrike">
                <a:solidFill>
                  <a:srgbClr val="000000"/>
                </a:solidFill>
                <a:latin typeface="Arial"/>
              </a:rPr>
              <a:t>Second Outline Level</a:t>
            </a:r>
            <a:endParaRPr b="0" lang="en-US" sz="3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600" spc="-1" strike="noStrike">
                <a:solidFill>
                  <a:srgbClr val="000000"/>
                </a:solidFill>
                <a:latin typeface="Arial"/>
              </a:rPr>
              <a:t>Third Outline Level</a:t>
            </a:r>
            <a:endParaRPr b="0" lang="en-US" sz="3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600" spc="-1" strike="noStrike">
                <a:solidFill>
                  <a:srgbClr val="000000"/>
                </a:solidFill>
                <a:latin typeface="Arial"/>
              </a:rPr>
              <a:t>Fourth Outline Level</a:t>
            </a:r>
            <a:endParaRPr b="0" lang="en-US" sz="3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600" spc="-1" strike="noStrike">
                <a:solidFill>
                  <a:srgbClr val="000000"/>
                </a:solidFill>
                <a:latin typeface="Arial"/>
              </a:rPr>
              <a:t>Fifth Outline Level</a:t>
            </a:r>
            <a:endParaRPr b="0" lang="en-US" sz="3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600" spc="-1" strike="noStrike">
                <a:solidFill>
                  <a:srgbClr val="000000"/>
                </a:solidFill>
                <a:latin typeface="Arial"/>
              </a:rPr>
              <a:t>Sixth Outline Level</a:t>
            </a:r>
            <a:endParaRPr b="0" lang="en-US" sz="3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600" spc="-1" strike="noStrike">
                <a:solidFill>
                  <a:srgbClr val="000000"/>
                </a:solidFill>
                <a:latin typeface="Arial"/>
              </a:rPr>
              <a:t>Seventh Outline Level</a:t>
            </a:r>
            <a:endParaRPr b="0" lang="en-US" sz="3600" spc="-1" strike="noStrike">
              <a:solidFill>
                <a:srgbClr val="000000"/>
              </a:solidFill>
              <a:latin typeface="Arial"/>
            </a:endParaRPr>
          </a:p>
        </p:txBody>
      </p:sp>
      <p:sp>
        <p:nvSpPr>
          <p:cNvPr id="48" name="PlaceHolder 2"/>
          <p:cNvSpPr>
            <a:spLocks noGrp="1"/>
          </p:cNvSpPr>
          <p:nvPr>
            <p:ph type="title"/>
          </p:nvPr>
        </p:nvSpPr>
        <p:spPr>
          <a:xfrm>
            <a:off x="685800" y="307800"/>
            <a:ext cx="9578520" cy="1508760"/>
          </a:xfrm>
          <a:prstGeom prst="rect">
            <a:avLst/>
          </a:prstGeom>
          <a:noFill/>
          <a:ln w="0">
            <a:noFill/>
          </a:ln>
        </p:spPr>
        <p:txBody>
          <a:bodyPr lIns="0" rIns="0" tIns="0" bIns="0" anchor="ctr">
            <a:noAutofit/>
          </a:bodyPr>
          <a:p>
            <a:pPr indent="0">
              <a:buNone/>
            </a:pPr>
            <a:r>
              <a:rPr b="0" lang="en-US" sz="5600" spc="-1" strike="noStrike">
                <a:solidFill>
                  <a:srgbClr val="000000"/>
                </a:solidFill>
                <a:latin typeface="Arial"/>
              </a:rPr>
              <a:t>Click to edit </a:t>
            </a:r>
            <a:r>
              <a:rPr b="0" lang="en-US" sz="5600" spc="-1" strike="noStrike">
                <a:solidFill>
                  <a:srgbClr val="000000"/>
                </a:solidFill>
                <a:latin typeface="Arial"/>
              </a:rPr>
              <a:t>the title text </a:t>
            </a:r>
            <a:r>
              <a:rPr b="0" lang="en-US" sz="5600" spc="-1" strike="noStrike">
                <a:solidFill>
                  <a:srgbClr val="000000"/>
                </a:solidFill>
                <a:latin typeface="Arial"/>
              </a:rPr>
              <a:t>format</a:t>
            </a:r>
            <a:endParaRPr b="0" lang="en-US" sz="5600" spc="-1" strike="noStrike">
              <a:solidFill>
                <a:srgbClr val="000000"/>
              </a:solidFill>
              <a:latin typeface="Arial"/>
            </a:endParaRPr>
          </a:p>
        </p:txBody>
      </p:sp>
      <p:sp>
        <p:nvSpPr>
          <p:cNvPr id="49" name="PlaceHolder 3"/>
          <p:cNvSpPr>
            <a:spLocks noGrp="1"/>
          </p:cNvSpPr>
          <p:nvPr>
            <p:ph type="body"/>
          </p:nvPr>
        </p:nvSpPr>
        <p:spPr>
          <a:xfrm>
            <a:off x="685800" y="1828800"/>
            <a:ext cx="10251720" cy="662904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3600" spc="-1" strike="noStrike">
                <a:solidFill>
                  <a:srgbClr val="000000"/>
                </a:solidFill>
                <a:latin typeface="Arial"/>
              </a:rPr>
              <a:t>Click to edit the outline text format</a:t>
            </a:r>
            <a:endParaRPr b="0" lang="en-US" sz="3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600" spc="-1" strike="noStrike">
                <a:solidFill>
                  <a:srgbClr val="000000"/>
                </a:solidFill>
                <a:latin typeface="Arial"/>
              </a:rPr>
              <a:t>Second Outline Level</a:t>
            </a:r>
            <a:endParaRPr b="0" lang="en-US" sz="3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600" spc="-1" strike="noStrike">
                <a:solidFill>
                  <a:srgbClr val="000000"/>
                </a:solidFill>
                <a:latin typeface="Arial"/>
              </a:rPr>
              <a:t>Third Outline Level</a:t>
            </a:r>
            <a:endParaRPr b="0" lang="en-US" sz="3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600" spc="-1" strike="noStrike">
                <a:solidFill>
                  <a:srgbClr val="000000"/>
                </a:solidFill>
                <a:latin typeface="Arial"/>
              </a:rPr>
              <a:t>Fourth Outline Level</a:t>
            </a:r>
            <a:endParaRPr b="0" lang="en-US" sz="3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600" spc="-1" strike="noStrike">
                <a:solidFill>
                  <a:srgbClr val="000000"/>
                </a:solidFill>
                <a:latin typeface="Arial"/>
              </a:rPr>
              <a:t>Fifth Outline Level</a:t>
            </a:r>
            <a:endParaRPr b="0" lang="en-US" sz="3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600" spc="-1" strike="noStrike">
                <a:solidFill>
                  <a:srgbClr val="000000"/>
                </a:solidFill>
                <a:latin typeface="Arial"/>
              </a:rPr>
              <a:t>Sixth Outline Level</a:t>
            </a:r>
            <a:endParaRPr b="0" lang="en-US" sz="3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600" spc="-1" strike="noStrike">
                <a:solidFill>
                  <a:srgbClr val="000000"/>
                </a:solidFill>
                <a:latin typeface="Arial"/>
              </a:rPr>
              <a:t>Seventh Outline Level</a:t>
            </a:r>
            <a:endParaRPr b="0" lang="en-US" sz="36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4"/>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50" name="Google Shape;58;p8" descr=""/>
          <p:cNvPicPr/>
          <p:nvPr/>
        </p:nvPicPr>
        <p:blipFill>
          <a:blip r:embed="rId2"/>
          <a:stretch/>
        </p:blipFill>
        <p:spPr>
          <a:xfrm>
            <a:off x="0" y="9144000"/>
            <a:ext cx="18287640" cy="1142640"/>
          </a:xfrm>
          <a:prstGeom prst="rect">
            <a:avLst/>
          </a:prstGeom>
          <a:ln w="0">
            <a:noFill/>
          </a:ln>
        </p:spPr>
      </p:pic>
      <p:sp>
        <p:nvSpPr>
          <p:cNvPr id="51" name="Google Shape;59;p8"/>
          <p:cNvSpPr/>
          <p:nvPr/>
        </p:nvSpPr>
        <p:spPr>
          <a:xfrm>
            <a:off x="577080" y="9439920"/>
            <a:ext cx="2610360" cy="619920"/>
          </a:xfrm>
          <a:prstGeom prst="rect">
            <a:avLst/>
          </a:prstGeom>
          <a:solidFill>
            <a:srgbClr val="14257f"/>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ffffff"/>
              </a:solidFill>
              <a:latin typeface="Arial"/>
            </a:endParaRPr>
          </a:p>
        </p:txBody>
      </p:sp>
      <p:pic>
        <p:nvPicPr>
          <p:cNvPr id="52" name="Google Shape;60;p8" descr=""/>
          <p:cNvPicPr/>
          <p:nvPr/>
        </p:nvPicPr>
        <p:blipFill>
          <a:blip r:embed="rId3"/>
          <a:stretch/>
        </p:blipFill>
        <p:spPr>
          <a:xfrm>
            <a:off x="667800" y="9434160"/>
            <a:ext cx="2619360" cy="619920"/>
          </a:xfrm>
          <a:prstGeom prst="rect">
            <a:avLst/>
          </a:prstGeom>
          <a:ln w="0">
            <a:noFill/>
          </a:ln>
        </p:spPr>
      </p:pic>
      <p:sp>
        <p:nvSpPr>
          <p:cNvPr id="53" name="Google Shape;61;p8"/>
          <p:cNvSpPr/>
          <p:nvPr/>
        </p:nvSpPr>
        <p:spPr>
          <a:xfrm>
            <a:off x="-360" y="0"/>
            <a:ext cx="18287640" cy="9143640"/>
          </a:xfrm>
          <a:prstGeom prst="rect">
            <a:avLst/>
          </a:prstGeom>
          <a:solidFill>
            <a:srgbClr val="ffffff"/>
          </a:solidFill>
          <a:ln w="0">
            <a:noFill/>
          </a:ln>
          <a:effectLst>
            <a:outerShdw algn="bl" blurRad="714240" dir="5400000" dist="237960" rotWithShape="0">
              <a:srgbClr val="000000">
                <a:alpha val="25000"/>
              </a:srgbClr>
            </a:outerShdw>
          </a:effectLst>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54" name="Google Shape;62;p8"/>
          <p:cNvSpPr/>
          <p:nvPr/>
        </p:nvSpPr>
        <p:spPr>
          <a:xfrm>
            <a:off x="9487080" y="684360"/>
            <a:ext cx="8114760" cy="7773840"/>
          </a:xfrm>
          <a:prstGeom prst="round1Rect">
            <a:avLst>
              <a:gd name="adj" fmla="val 22136"/>
            </a:avLst>
          </a:prstGeom>
          <a:solidFill>
            <a:srgbClr val="f0f0f0"/>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55" name="Google Shape;63;p8"/>
          <p:cNvSpPr/>
          <p:nvPr/>
        </p:nvSpPr>
        <p:spPr>
          <a:xfrm flipH="1" rot="16200000">
            <a:off x="846720" y="495360"/>
            <a:ext cx="7785720" cy="8137440"/>
          </a:xfrm>
          <a:prstGeom prst="round1Rect">
            <a:avLst>
              <a:gd name="adj" fmla="val 22136"/>
            </a:avLst>
          </a:prstGeom>
          <a:solidFill>
            <a:srgbClr val="f0f0f0"/>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56" name="PlaceHolder 1"/>
          <p:cNvSpPr>
            <a:spLocks noGrp="1"/>
          </p:cNvSpPr>
          <p:nvPr>
            <p:ph type="body"/>
          </p:nvPr>
        </p:nvSpPr>
        <p:spPr>
          <a:xfrm>
            <a:off x="1120680" y="1935360"/>
            <a:ext cx="7245360" cy="608796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3600" spc="-1" strike="noStrike">
                <a:solidFill>
                  <a:srgbClr val="000000"/>
                </a:solidFill>
                <a:latin typeface="Arial"/>
              </a:rPr>
              <a:t>Click to edit the outline text format</a:t>
            </a:r>
            <a:endParaRPr b="0" lang="en-US" sz="3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600" spc="-1" strike="noStrike">
                <a:solidFill>
                  <a:srgbClr val="000000"/>
                </a:solidFill>
                <a:latin typeface="Arial"/>
              </a:rPr>
              <a:t>Second Outline Level</a:t>
            </a:r>
            <a:endParaRPr b="0" lang="en-US" sz="3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600" spc="-1" strike="noStrike">
                <a:solidFill>
                  <a:srgbClr val="000000"/>
                </a:solidFill>
                <a:latin typeface="Arial"/>
              </a:rPr>
              <a:t>Third Outline Level</a:t>
            </a:r>
            <a:endParaRPr b="0" lang="en-US" sz="3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600" spc="-1" strike="noStrike">
                <a:solidFill>
                  <a:srgbClr val="000000"/>
                </a:solidFill>
                <a:latin typeface="Arial"/>
              </a:rPr>
              <a:t>Fourth Outline Level</a:t>
            </a:r>
            <a:endParaRPr b="0" lang="en-US" sz="3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600" spc="-1" strike="noStrike">
                <a:solidFill>
                  <a:srgbClr val="000000"/>
                </a:solidFill>
                <a:latin typeface="Arial"/>
              </a:rPr>
              <a:t>Fifth Outline Level</a:t>
            </a:r>
            <a:endParaRPr b="0" lang="en-US" sz="3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600" spc="-1" strike="noStrike">
                <a:solidFill>
                  <a:srgbClr val="000000"/>
                </a:solidFill>
                <a:latin typeface="Arial"/>
              </a:rPr>
              <a:t>Sixth Outline Level</a:t>
            </a:r>
            <a:endParaRPr b="0" lang="en-US" sz="3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600" spc="-1" strike="noStrike">
                <a:solidFill>
                  <a:srgbClr val="000000"/>
                </a:solidFill>
                <a:latin typeface="Arial"/>
              </a:rPr>
              <a:t>Seventh Outline Level</a:t>
            </a:r>
            <a:endParaRPr b="0" lang="en-US" sz="3600" spc="-1" strike="noStrike">
              <a:solidFill>
                <a:srgbClr val="000000"/>
              </a:solidFill>
              <a:latin typeface="Arial"/>
            </a:endParaRPr>
          </a:p>
        </p:txBody>
      </p:sp>
      <p:sp>
        <p:nvSpPr>
          <p:cNvPr id="57" name="PlaceHolder 2"/>
          <p:cNvSpPr>
            <a:spLocks noGrp="1"/>
          </p:cNvSpPr>
          <p:nvPr>
            <p:ph type="body"/>
          </p:nvPr>
        </p:nvSpPr>
        <p:spPr>
          <a:xfrm>
            <a:off x="9921960" y="1935360"/>
            <a:ext cx="7245360" cy="608796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3600" spc="-1" strike="noStrike">
                <a:solidFill>
                  <a:srgbClr val="000000"/>
                </a:solidFill>
                <a:latin typeface="Arial"/>
              </a:rPr>
              <a:t>Click to edit the outline text format</a:t>
            </a:r>
            <a:endParaRPr b="0" lang="en-US" sz="3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600" spc="-1" strike="noStrike">
                <a:solidFill>
                  <a:srgbClr val="000000"/>
                </a:solidFill>
                <a:latin typeface="Arial"/>
              </a:rPr>
              <a:t>Second Outline Level</a:t>
            </a:r>
            <a:endParaRPr b="0" lang="en-US" sz="3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600" spc="-1" strike="noStrike">
                <a:solidFill>
                  <a:srgbClr val="000000"/>
                </a:solidFill>
                <a:latin typeface="Arial"/>
              </a:rPr>
              <a:t>Third Outline Level</a:t>
            </a:r>
            <a:endParaRPr b="0" lang="en-US" sz="3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600" spc="-1" strike="noStrike">
                <a:solidFill>
                  <a:srgbClr val="000000"/>
                </a:solidFill>
                <a:latin typeface="Arial"/>
              </a:rPr>
              <a:t>Fourth Outline Level</a:t>
            </a:r>
            <a:endParaRPr b="0" lang="en-US" sz="3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600" spc="-1" strike="noStrike">
                <a:solidFill>
                  <a:srgbClr val="000000"/>
                </a:solidFill>
                <a:latin typeface="Arial"/>
              </a:rPr>
              <a:t>Fifth Outline Level</a:t>
            </a:r>
            <a:endParaRPr b="0" lang="en-US" sz="3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600" spc="-1" strike="noStrike">
                <a:solidFill>
                  <a:srgbClr val="000000"/>
                </a:solidFill>
                <a:latin typeface="Arial"/>
              </a:rPr>
              <a:t>Sixth Outline Level</a:t>
            </a:r>
            <a:endParaRPr b="0" lang="en-US" sz="3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600" spc="-1" strike="noStrike">
                <a:solidFill>
                  <a:srgbClr val="000000"/>
                </a:solidFill>
                <a:latin typeface="Arial"/>
              </a:rPr>
              <a:t>Seventh Outline Level</a:t>
            </a:r>
            <a:endParaRPr b="0" lang="en-US" sz="36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4"/>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58" name="Google Shape;69;p9" descr=""/>
          <p:cNvPicPr/>
          <p:nvPr/>
        </p:nvPicPr>
        <p:blipFill>
          <a:blip r:embed="rId2"/>
          <a:stretch/>
        </p:blipFill>
        <p:spPr>
          <a:xfrm>
            <a:off x="0" y="9144000"/>
            <a:ext cx="18287640" cy="1142640"/>
          </a:xfrm>
          <a:prstGeom prst="rect">
            <a:avLst/>
          </a:prstGeom>
          <a:ln w="0">
            <a:noFill/>
          </a:ln>
        </p:spPr>
      </p:pic>
      <p:sp>
        <p:nvSpPr>
          <p:cNvPr id="59" name="Google Shape;70;p9"/>
          <p:cNvSpPr/>
          <p:nvPr/>
        </p:nvSpPr>
        <p:spPr>
          <a:xfrm>
            <a:off x="577080" y="9439920"/>
            <a:ext cx="2610360" cy="619920"/>
          </a:xfrm>
          <a:prstGeom prst="rect">
            <a:avLst/>
          </a:prstGeom>
          <a:solidFill>
            <a:srgbClr val="14257f"/>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ffffff"/>
              </a:solidFill>
              <a:latin typeface="Arial"/>
            </a:endParaRPr>
          </a:p>
        </p:txBody>
      </p:sp>
      <p:pic>
        <p:nvPicPr>
          <p:cNvPr id="60" name="Google Shape;71;p9" descr=""/>
          <p:cNvPicPr/>
          <p:nvPr/>
        </p:nvPicPr>
        <p:blipFill>
          <a:blip r:embed="rId3"/>
          <a:stretch/>
        </p:blipFill>
        <p:spPr>
          <a:xfrm>
            <a:off x="667800" y="9434160"/>
            <a:ext cx="2619360" cy="619920"/>
          </a:xfrm>
          <a:prstGeom prst="rect">
            <a:avLst/>
          </a:prstGeom>
          <a:ln w="0">
            <a:noFill/>
          </a:ln>
        </p:spPr>
      </p:pic>
      <p:sp>
        <p:nvSpPr>
          <p:cNvPr id="61" name="Google Shape;72;p9"/>
          <p:cNvSpPr/>
          <p:nvPr/>
        </p:nvSpPr>
        <p:spPr>
          <a:xfrm>
            <a:off x="-360" y="0"/>
            <a:ext cx="18287640" cy="9143640"/>
          </a:xfrm>
          <a:prstGeom prst="rect">
            <a:avLst/>
          </a:prstGeom>
          <a:solidFill>
            <a:srgbClr val="ffffff"/>
          </a:solidFill>
          <a:ln w="0">
            <a:noFill/>
          </a:ln>
          <a:effectLst>
            <a:outerShdw algn="bl" blurRad="714240" dir="5400000" dist="237960" rotWithShape="0">
              <a:srgbClr val="000000">
                <a:alpha val="25000"/>
              </a:srgbClr>
            </a:outerShdw>
          </a:effectLst>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62" name="Google Shape;73;p9"/>
          <p:cNvSpPr/>
          <p:nvPr/>
        </p:nvSpPr>
        <p:spPr>
          <a:xfrm>
            <a:off x="6547320" y="1936080"/>
            <a:ext cx="5193360" cy="6522120"/>
          </a:xfrm>
          <a:prstGeom prst="round1Rect">
            <a:avLst>
              <a:gd name="adj" fmla="val 22136"/>
            </a:avLst>
          </a:prstGeom>
          <a:solidFill>
            <a:srgbClr val="f0f0f0"/>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63" name="Google Shape;74;p9"/>
          <p:cNvSpPr/>
          <p:nvPr/>
        </p:nvSpPr>
        <p:spPr>
          <a:xfrm>
            <a:off x="685800" y="1936080"/>
            <a:ext cx="5193360" cy="6522120"/>
          </a:xfrm>
          <a:prstGeom prst="round1Rect">
            <a:avLst>
              <a:gd name="adj" fmla="val 22136"/>
            </a:avLst>
          </a:prstGeom>
          <a:solidFill>
            <a:srgbClr val="f0f0f0"/>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64" name="Google Shape;75;p9"/>
          <p:cNvSpPr/>
          <p:nvPr/>
        </p:nvSpPr>
        <p:spPr>
          <a:xfrm>
            <a:off x="12408480" y="1936080"/>
            <a:ext cx="5193360" cy="6522120"/>
          </a:xfrm>
          <a:prstGeom prst="round1Rect">
            <a:avLst>
              <a:gd name="adj" fmla="val 22136"/>
            </a:avLst>
          </a:prstGeom>
          <a:solidFill>
            <a:srgbClr val="f0f0f0"/>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65" name="PlaceHolder 1"/>
          <p:cNvSpPr>
            <a:spLocks noGrp="1"/>
          </p:cNvSpPr>
          <p:nvPr>
            <p:ph type="body"/>
          </p:nvPr>
        </p:nvSpPr>
        <p:spPr>
          <a:xfrm>
            <a:off x="1120680" y="3278880"/>
            <a:ext cx="4323960" cy="448596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3600" spc="-1" strike="noStrike">
                <a:solidFill>
                  <a:srgbClr val="000000"/>
                </a:solidFill>
                <a:latin typeface="Arial"/>
              </a:rPr>
              <a:t>Click to edit the outline text format</a:t>
            </a:r>
            <a:endParaRPr b="0" lang="en-US" sz="3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600" spc="-1" strike="noStrike">
                <a:solidFill>
                  <a:srgbClr val="000000"/>
                </a:solidFill>
                <a:latin typeface="Arial"/>
              </a:rPr>
              <a:t>Second Outline Level</a:t>
            </a:r>
            <a:endParaRPr b="0" lang="en-US" sz="3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600" spc="-1" strike="noStrike">
                <a:solidFill>
                  <a:srgbClr val="000000"/>
                </a:solidFill>
                <a:latin typeface="Arial"/>
              </a:rPr>
              <a:t>Third Outline Level</a:t>
            </a:r>
            <a:endParaRPr b="0" lang="en-US" sz="3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600" spc="-1" strike="noStrike">
                <a:solidFill>
                  <a:srgbClr val="000000"/>
                </a:solidFill>
                <a:latin typeface="Arial"/>
              </a:rPr>
              <a:t>Fourth Outline Level</a:t>
            </a:r>
            <a:endParaRPr b="0" lang="en-US" sz="3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600" spc="-1" strike="noStrike">
                <a:solidFill>
                  <a:srgbClr val="000000"/>
                </a:solidFill>
                <a:latin typeface="Arial"/>
              </a:rPr>
              <a:t>Fifth Outline Level</a:t>
            </a:r>
            <a:endParaRPr b="0" lang="en-US" sz="3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600" spc="-1" strike="noStrike">
                <a:solidFill>
                  <a:srgbClr val="000000"/>
                </a:solidFill>
                <a:latin typeface="Arial"/>
              </a:rPr>
              <a:t>Sixth Outline Level</a:t>
            </a:r>
            <a:endParaRPr b="0" lang="en-US" sz="3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600" spc="-1" strike="noStrike">
                <a:solidFill>
                  <a:srgbClr val="000000"/>
                </a:solidFill>
                <a:latin typeface="Arial"/>
              </a:rPr>
              <a:t>Seventh Outline Level</a:t>
            </a:r>
            <a:endParaRPr b="0" lang="en-US" sz="3600" spc="-1" strike="noStrike">
              <a:solidFill>
                <a:srgbClr val="000000"/>
              </a:solidFill>
              <a:latin typeface="Arial"/>
            </a:endParaRPr>
          </a:p>
        </p:txBody>
      </p:sp>
      <p:sp>
        <p:nvSpPr>
          <p:cNvPr id="66" name="PlaceHolder 2"/>
          <p:cNvSpPr>
            <a:spLocks noGrp="1"/>
          </p:cNvSpPr>
          <p:nvPr>
            <p:ph type="body"/>
          </p:nvPr>
        </p:nvSpPr>
        <p:spPr>
          <a:xfrm>
            <a:off x="6981840" y="3278880"/>
            <a:ext cx="4323960" cy="448596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3600" spc="-1" strike="noStrike">
                <a:solidFill>
                  <a:srgbClr val="000000"/>
                </a:solidFill>
                <a:latin typeface="Arial"/>
              </a:rPr>
              <a:t>Click to edit the outline text format</a:t>
            </a:r>
            <a:endParaRPr b="0" lang="en-US" sz="3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600" spc="-1" strike="noStrike">
                <a:solidFill>
                  <a:srgbClr val="000000"/>
                </a:solidFill>
                <a:latin typeface="Arial"/>
              </a:rPr>
              <a:t>Second Outline Level</a:t>
            </a:r>
            <a:endParaRPr b="0" lang="en-US" sz="3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600" spc="-1" strike="noStrike">
                <a:solidFill>
                  <a:srgbClr val="000000"/>
                </a:solidFill>
                <a:latin typeface="Arial"/>
              </a:rPr>
              <a:t>Third Outline Level</a:t>
            </a:r>
            <a:endParaRPr b="0" lang="en-US" sz="3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600" spc="-1" strike="noStrike">
                <a:solidFill>
                  <a:srgbClr val="000000"/>
                </a:solidFill>
                <a:latin typeface="Arial"/>
              </a:rPr>
              <a:t>Fourth Outline Level</a:t>
            </a:r>
            <a:endParaRPr b="0" lang="en-US" sz="3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600" spc="-1" strike="noStrike">
                <a:solidFill>
                  <a:srgbClr val="000000"/>
                </a:solidFill>
                <a:latin typeface="Arial"/>
              </a:rPr>
              <a:t>Fifth Outline Level</a:t>
            </a:r>
            <a:endParaRPr b="0" lang="en-US" sz="3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600" spc="-1" strike="noStrike">
                <a:solidFill>
                  <a:srgbClr val="000000"/>
                </a:solidFill>
                <a:latin typeface="Arial"/>
              </a:rPr>
              <a:t>Sixth Outline Level</a:t>
            </a:r>
            <a:endParaRPr b="0" lang="en-US" sz="3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600" spc="-1" strike="noStrike">
                <a:solidFill>
                  <a:srgbClr val="000000"/>
                </a:solidFill>
                <a:latin typeface="Arial"/>
              </a:rPr>
              <a:t>Seventh Outline Level</a:t>
            </a:r>
            <a:endParaRPr b="0" lang="en-US" sz="3600" spc="-1" strike="noStrike">
              <a:solidFill>
                <a:srgbClr val="000000"/>
              </a:solidFill>
              <a:latin typeface="Arial"/>
            </a:endParaRPr>
          </a:p>
        </p:txBody>
      </p:sp>
      <p:sp>
        <p:nvSpPr>
          <p:cNvPr id="67" name="PlaceHolder 3"/>
          <p:cNvSpPr>
            <a:spLocks noGrp="1"/>
          </p:cNvSpPr>
          <p:nvPr>
            <p:ph type="body"/>
          </p:nvPr>
        </p:nvSpPr>
        <p:spPr>
          <a:xfrm>
            <a:off x="12843360" y="3278880"/>
            <a:ext cx="4323960" cy="448596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3600" spc="-1" strike="noStrike">
                <a:solidFill>
                  <a:srgbClr val="000000"/>
                </a:solidFill>
                <a:latin typeface="Arial"/>
              </a:rPr>
              <a:t>Click to edit the outline text format</a:t>
            </a:r>
            <a:endParaRPr b="0" lang="en-US" sz="3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600" spc="-1" strike="noStrike">
                <a:solidFill>
                  <a:srgbClr val="000000"/>
                </a:solidFill>
                <a:latin typeface="Arial"/>
              </a:rPr>
              <a:t>Second Outline Level</a:t>
            </a:r>
            <a:endParaRPr b="0" lang="en-US" sz="3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600" spc="-1" strike="noStrike">
                <a:solidFill>
                  <a:srgbClr val="000000"/>
                </a:solidFill>
                <a:latin typeface="Arial"/>
              </a:rPr>
              <a:t>Third Outline Level</a:t>
            </a:r>
            <a:endParaRPr b="0" lang="en-US" sz="3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600" spc="-1" strike="noStrike">
                <a:solidFill>
                  <a:srgbClr val="000000"/>
                </a:solidFill>
                <a:latin typeface="Arial"/>
              </a:rPr>
              <a:t>Fourth Outline Level</a:t>
            </a:r>
            <a:endParaRPr b="0" lang="en-US" sz="3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600" spc="-1" strike="noStrike">
                <a:solidFill>
                  <a:srgbClr val="000000"/>
                </a:solidFill>
                <a:latin typeface="Arial"/>
              </a:rPr>
              <a:t>Fifth Outline Level</a:t>
            </a:r>
            <a:endParaRPr b="0" lang="en-US" sz="3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600" spc="-1" strike="noStrike">
                <a:solidFill>
                  <a:srgbClr val="000000"/>
                </a:solidFill>
                <a:latin typeface="Arial"/>
              </a:rPr>
              <a:t>Sixth Outline Level</a:t>
            </a:r>
            <a:endParaRPr b="0" lang="en-US" sz="3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600" spc="-1" strike="noStrike">
                <a:solidFill>
                  <a:srgbClr val="000000"/>
                </a:solidFill>
                <a:latin typeface="Arial"/>
              </a:rPr>
              <a:t>Seventh Outline Level</a:t>
            </a:r>
            <a:endParaRPr b="0" lang="en-US" sz="3600" spc="-1" strike="noStrike">
              <a:solidFill>
                <a:srgbClr val="000000"/>
              </a:solidFill>
              <a:latin typeface="Arial"/>
            </a:endParaRPr>
          </a:p>
        </p:txBody>
      </p:sp>
      <p:sp>
        <p:nvSpPr>
          <p:cNvPr id="68" name="PlaceHolder 4"/>
          <p:cNvSpPr>
            <a:spLocks noGrp="1"/>
          </p:cNvSpPr>
          <p:nvPr>
            <p:ph type="title"/>
          </p:nvPr>
        </p:nvSpPr>
        <p:spPr>
          <a:xfrm>
            <a:off x="685800" y="307800"/>
            <a:ext cx="16916040" cy="1508760"/>
          </a:xfrm>
          <a:prstGeom prst="rect">
            <a:avLst/>
          </a:prstGeom>
          <a:noFill/>
          <a:ln w="0">
            <a:noFill/>
          </a:ln>
        </p:spPr>
        <p:txBody>
          <a:bodyPr lIns="0" rIns="0" tIns="0" bIns="0" anchor="ctr">
            <a:noAutofit/>
          </a:bodyPr>
          <a:p>
            <a:pPr indent="0">
              <a:buNone/>
            </a:pPr>
            <a:r>
              <a:rPr b="0" lang="en-US" sz="5600" spc="-1" strike="noStrike">
                <a:solidFill>
                  <a:srgbClr val="000000"/>
                </a:solidFill>
                <a:latin typeface="Arial"/>
              </a:rPr>
              <a:t>Click to edit the title text format</a:t>
            </a:r>
            <a:endParaRPr b="0" lang="en-US" sz="56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4"/>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69" name="Google Shape;84;p10" descr=""/>
          <p:cNvPicPr/>
          <p:nvPr/>
        </p:nvPicPr>
        <p:blipFill>
          <a:blip r:embed="rId2"/>
          <a:stretch/>
        </p:blipFill>
        <p:spPr>
          <a:xfrm>
            <a:off x="0" y="9144000"/>
            <a:ext cx="18287640" cy="1142640"/>
          </a:xfrm>
          <a:prstGeom prst="rect">
            <a:avLst/>
          </a:prstGeom>
          <a:ln w="0">
            <a:noFill/>
          </a:ln>
        </p:spPr>
      </p:pic>
      <p:sp>
        <p:nvSpPr>
          <p:cNvPr id="70" name="Google Shape;85;p10"/>
          <p:cNvSpPr/>
          <p:nvPr/>
        </p:nvSpPr>
        <p:spPr>
          <a:xfrm>
            <a:off x="577080" y="9439920"/>
            <a:ext cx="2610360" cy="619920"/>
          </a:xfrm>
          <a:prstGeom prst="rect">
            <a:avLst/>
          </a:prstGeom>
          <a:solidFill>
            <a:srgbClr val="14257f"/>
          </a:solidFill>
          <a:ln w="0">
            <a:noFill/>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ffffff"/>
              </a:solidFill>
              <a:latin typeface="Arial"/>
            </a:endParaRPr>
          </a:p>
        </p:txBody>
      </p:sp>
      <p:pic>
        <p:nvPicPr>
          <p:cNvPr id="71" name="Google Shape;86;p10" descr=""/>
          <p:cNvPicPr/>
          <p:nvPr/>
        </p:nvPicPr>
        <p:blipFill>
          <a:blip r:embed="rId3"/>
          <a:stretch/>
        </p:blipFill>
        <p:spPr>
          <a:xfrm>
            <a:off x="667800" y="9434160"/>
            <a:ext cx="2619360" cy="619920"/>
          </a:xfrm>
          <a:prstGeom prst="rect">
            <a:avLst/>
          </a:prstGeom>
          <a:ln w="0">
            <a:noFill/>
          </a:ln>
        </p:spPr>
      </p:pic>
      <p:sp>
        <p:nvSpPr>
          <p:cNvPr id="72" name="Google Shape;87;p10"/>
          <p:cNvSpPr/>
          <p:nvPr/>
        </p:nvSpPr>
        <p:spPr>
          <a:xfrm>
            <a:off x="-360" y="-720"/>
            <a:ext cx="18287640" cy="9143640"/>
          </a:xfrm>
          <a:prstGeom prst="rect">
            <a:avLst/>
          </a:prstGeom>
          <a:solidFill>
            <a:srgbClr val="f0f0f0"/>
          </a:solidFill>
          <a:ln w="0">
            <a:noFill/>
          </a:ln>
          <a:effectLst>
            <a:outerShdw algn="bl" blurRad="714240" dir="5400000" dist="237960" rotWithShape="0">
              <a:srgbClr val="000000">
                <a:alpha val="25000"/>
              </a:srgbClr>
            </a:outerShdw>
          </a:effectLst>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73" name="Google Shape;88;p10"/>
          <p:cNvSpPr/>
          <p:nvPr/>
        </p:nvSpPr>
        <p:spPr>
          <a:xfrm>
            <a:off x="685800" y="434520"/>
            <a:ext cx="16916040" cy="685440"/>
          </a:xfrm>
          <a:prstGeom prst="rect">
            <a:avLst/>
          </a:prstGeom>
          <a:noFill/>
          <a:ln w="0">
            <a:noFill/>
          </a:ln>
        </p:spPr>
        <p:style>
          <a:lnRef idx="0"/>
          <a:fillRef idx="0"/>
          <a:effectRef idx="0"/>
          <a:fontRef idx="minor"/>
        </p:style>
        <p:txBody>
          <a:bodyPr lIns="0" rIns="0" tIns="0" bIns="0" anchor="t">
            <a:noAutofit/>
          </a:bodyPr>
          <a:p>
            <a:pPr>
              <a:lnSpc>
                <a:spcPct val="115000"/>
              </a:lnSpc>
              <a:spcAft>
                <a:spcPts val="2001"/>
              </a:spcAft>
              <a:tabLst>
                <a:tab algn="l" pos="0"/>
              </a:tabLst>
            </a:pPr>
            <a:r>
              <a:rPr b="0" lang="en" sz="4800" spc="-1" strike="noStrike">
                <a:solidFill>
                  <a:srgbClr val="0b0b0b"/>
                </a:solidFill>
                <a:latin typeface="Open Sans Light"/>
                <a:ea typeface="Open Sans Light"/>
              </a:rPr>
              <a:t>Title Placeholder</a:t>
            </a:r>
            <a:endParaRPr b="0" lang="en-US" sz="4800" spc="-1" strike="noStrike">
              <a:solidFill>
                <a:srgbClr val="000000"/>
              </a:solidFill>
              <a:latin typeface="Arial"/>
            </a:endParaRPr>
          </a:p>
        </p:txBody>
      </p:sp>
      <p:sp>
        <p:nvSpPr>
          <p:cNvPr id="74" name="PlaceHolder 1"/>
          <p:cNvSpPr>
            <a:spLocks noGrp="1"/>
          </p:cNvSpPr>
          <p:nvPr>
            <p:ph type="body"/>
          </p:nvPr>
        </p:nvSpPr>
        <p:spPr>
          <a:xfrm>
            <a:off x="685800" y="1554840"/>
            <a:ext cx="16916040" cy="6903360"/>
          </a:xfrm>
          <a:prstGeom prst="rect">
            <a:avLst/>
          </a:prstGeom>
          <a:noFill/>
          <a:ln w="0">
            <a:noFill/>
          </a:ln>
        </p:spPr>
        <p:txBody>
          <a:bodyPr lIns="0" rIns="0" tIns="0" bIns="0" anchor="t">
            <a:noAutofit/>
          </a:bodyPr>
          <a:p>
            <a:pPr marL="432000" indent="-324000">
              <a:spcBef>
                <a:spcPts val="1417"/>
              </a:spcBef>
              <a:buClr>
                <a:srgbClr val="000000"/>
              </a:buClr>
              <a:buSzPct val="45000"/>
              <a:buFont typeface="Wingdings" charset="2"/>
              <a:buChar char=""/>
            </a:pPr>
            <a:r>
              <a:rPr b="0" lang="en-US" sz="3000" spc="-1" strike="noStrike">
                <a:solidFill>
                  <a:srgbClr val="000000"/>
                </a:solidFill>
                <a:latin typeface="Arial"/>
              </a:rPr>
              <a:t>Click to edit the outline text format</a:t>
            </a:r>
            <a:endParaRPr b="0" lang="en-US" sz="30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000" spc="-1" strike="noStrike">
                <a:solidFill>
                  <a:srgbClr val="000000"/>
                </a:solidFill>
                <a:latin typeface="Arial"/>
              </a:rPr>
              <a:t>Second Outline Level</a:t>
            </a:r>
            <a:endParaRPr b="0" lang="en-US" sz="3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000" spc="-1" strike="noStrike">
                <a:solidFill>
                  <a:srgbClr val="000000"/>
                </a:solidFill>
                <a:latin typeface="Arial"/>
              </a:rPr>
              <a:t>Third Outline Level</a:t>
            </a:r>
            <a:endParaRPr b="0" lang="en-US" sz="3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000" spc="-1" strike="noStrike">
                <a:solidFill>
                  <a:srgbClr val="000000"/>
                </a:solidFill>
                <a:latin typeface="Arial"/>
              </a:rPr>
              <a:t>Fourth Outline Level</a:t>
            </a:r>
            <a:endParaRPr b="0" lang="en-US" sz="3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000" spc="-1" strike="noStrike">
                <a:solidFill>
                  <a:srgbClr val="000000"/>
                </a:solidFill>
                <a:latin typeface="Arial"/>
              </a:rPr>
              <a:t>Fifth Outline Level</a:t>
            </a:r>
            <a:endParaRPr b="0" lang="en-US" sz="3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000" spc="-1" strike="noStrike">
                <a:solidFill>
                  <a:srgbClr val="000000"/>
                </a:solidFill>
                <a:latin typeface="Arial"/>
              </a:rPr>
              <a:t>Sixth Outline Level</a:t>
            </a:r>
            <a:endParaRPr b="0" lang="en-US" sz="3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000" spc="-1" strike="noStrike">
                <a:solidFill>
                  <a:srgbClr val="000000"/>
                </a:solidFill>
                <a:latin typeface="Arial"/>
              </a:rPr>
              <a:t>Seventh Outline Level</a:t>
            </a:r>
            <a:endParaRPr b="0" lang="en-US" sz="3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Google Shape;106;p13"/>
          <p:cNvSpPr/>
          <p:nvPr/>
        </p:nvSpPr>
        <p:spPr>
          <a:xfrm>
            <a:off x="279360" y="9860040"/>
            <a:ext cx="7914960" cy="2282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 sz="1400" spc="-1" strike="noStrike">
                <a:solidFill>
                  <a:srgbClr val="7d97ad"/>
                </a:solidFill>
                <a:latin typeface="Open Sans"/>
                <a:ea typeface="Open Sans"/>
              </a:rPr>
              <a:t>© 2024 Udacity. </a:t>
            </a:r>
            <a:endParaRPr b="0" lang="en-US" sz="1400" spc="-1" strike="noStrike">
              <a:solidFill>
                <a:srgbClr val="ffffff"/>
              </a:solidFill>
              <a:latin typeface="Arial"/>
            </a:endParaRPr>
          </a:p>
        </p:txBody>
      </p:sp>
      <p:sp>
        <p:nvSpPr>
          <p:cNvPr id="76" name="PlaceHolder 1"/>
          <p:cNvSpPr>
            <a:spLocks noGrp="1"/>
          </p:cNvSpPr>
          <p:nvPr>
            <p:ph type="title"/>
          </p:nvPr>
        </p:nvSpPr>
        <p:spPr>
          <a:xfrm>
            <a:off x="1225080" y="2814120"/>
            <a:ext cx="10069920" cy="4186080"/>
          </a:xfrm>
          <a:prstGeom prst="rect">
            <a:avLst/>
          </a:prstGeom>
          <a:noFill/>
          <a:ln w="0">
            <a:noFill/>
          </a:ln>
        </p:spPr>
        <p:txBody>
          <a:bodyPr lIns="0" rIns="0" tIns="0" bIns="0" anchor="ctr">
            <a:noAutofit/>
          </a:bodyPr>
          <a:p>
            <a:pPr indent="0">
              <a:lnSpc>
                <a:spcPct val="120000"/>
              </a:lnSpc>
              <a:buNone/>
              <a:tabLst>
                <a:tab algn="l" pos="0"/>
              </a:tabLst>
            </a:pPr>
            <a:r>
              <a:rPr b="0" lang="en" sz="9000" spc="-1" strike="noStrike">
                <a:solidFill>
                  <a:schemeClr val="lt1"/>
                </a:solidFill>
                <a:latin typeface="Open Sans Light"/>
                <a:ea typeface="Open Sans Light"/>
              </a:rPr>
              <a:t>Analysis of A/B Test Results</a:t>
            </a:r>
            <a:endParaRPr b="0" lang="en-US" sz="9000" spc="-1" strike="noStrike">
              <a:solidFill>
                <a:srgbClr val="000000"/>
              </a:solidFill>
              <a:latin typeface="Arial"/>
            </a:endParaRPr>
          </a:p>
        </p:txBody>
      </p:sp>
      <p:sp>
        <p:nvSpPr>
          <p:cNvPr id="77" name="PlaceHolder 2"/>
          <p:cNvSpPr>
            <a:spLocks noGrp="1"/>
          </p:cNvSpPr>
          <p:nvPr>
            <p:ph type="subTitle"/>
          </p:nvPr>
        </p:nvSpPr>
        <p:spPr>
          <a:xfrm>
            <a:off x="1256040" y="7560000"/>
            <a:ext cx="10039320" cy="832320"/>
          </a:xfrm>
          <a:prstGeom prst="rect">
            <a:avLst/>
          </a:prstGeom>
          <a:noFill/>
          <a:ln w="0">
            <a:noFill/>
          </a:ln>
        </p:spPr>
        <p:txBody>
          <a:bodyPr lIns="0" rIns="0" tIns="0" bIns="0" anchor="t">
            <a:noAutofit/>
          </a:bodyPr>
          <a:p>
            <a:pPr indent="0">
              <a:lnSpc>
                <a:spcPct val="131000"/>
              </a:lnSpc>
              <a:buNone/>
              <a:tabLst>
                <a:tab algn="l" pos="0"/>
              </a:tabLst>
            </a:pPr>
            <a:r>
              <a:rPr b="1" lang="en" sz="3600" spc="-1" strike="noStrike">
                <a:solidFill>
                  <a:schemeClr val="lt1"/>
                </a:solidFill>
                <a:latin typeface="Open Sans"/>
                <a:ea typeface="Open Sans"/>
              </a:rPr>
              <a:t>Data Scientist: Greg Hein</a:t>
            </a:r>
            <a:endParaRPr b="0" lang="en-US" sz="3600" spc="-1" strike="noStrike">
              <a:solidFill>
                <a:srgbClr val="ffffff"/>
              </a:solidFill>
              <a:latin typeface="Arial"/>
            </a:endParaRPr>
          </a:p>
          <a:p>
            <a:pPr indent="0">
              <a:lnSpc>
                <a:spcPct val="131000"/>
              </a:lnSpc>
              <a:buNone/>
              <a:tabLst>
                <a:tab algn="l" pos="0"/>
              </a:tabLst>
            </a:pP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685800" y="307800"/>
            <a:ext cx="16916040" cy="1508760"/>
          </a:xfrm>
          <a:prstGeom prst="rect">
            <a:avLst/>
          </a:prstGeom>
          <a:noFill/>
          <a:ln w="0">
            <a:noFill/>
          </a:ln>
        </p:spPr>
        <p:txBody>
          <a:bodyPr lIns="0" rIns="0" tIns="0" bIns="0" anchor="ctr">
            <a:noAutofit/>
          </a:bodyPr>
          <a:p>
            <a:pPr indent="0">
              <a:lnSpc>
                <a:spcPct val="100000"/>
              </a:lnSpc>
              <a:buNone/>
              <a:tabLst>
                <a:tab algn="l" pos="0"/>
              </a:tabLst>
            </a:pPr>
            <a:r>
              <a:rPr b="0" lang="en" sz="6400" spc="-1" strike="noStrike">
                <a:solidFill>
                  <a:schemeClr val="dk1"/>
                </a:solidFill>
                <a:latin typeface="Open Sans Light"/>
                <a:ea typeface="Open Sans Light"/>
              </a:rPr>
              <a:t>Agenda</a:t>
            </a:r>
            <a:endParaRPr b="0" lang="en-US" sz="6400" spc="-1" strike="noStrike">
              <a:solidFill>
                <a:srgbClr val="000000"/>
              </a:solidFill>
              <a:latin typeface="Arial"/>
            </a:endParaRPr>
          </a:p>
        </p:txBody>
      </p:sp>
      <p:sp>
        <p:nvSpPr>
          <p:cNvPr id="79" name="PlaceHolder 2"/>
          <p:cNvSpPr>
            <a:spLocks noGrp="1"/>
          </p:cNvSpPr>
          <p:nvPr>
            <p:ph/>
          </p:nvPr>
        </p:nvSpPr>
        <p:spPr>
          <a:xfrm>
            <a:off x="685800" y="1828800"/>
            <a:ext cx="16393320" cy="6629040"/>
          </a:xfrm>
          <a:prstGeom prst="rect">
            <a:avLst/>
          </a:prstGeom>
          <a:noFill/>
          <a:ln w="0">
            <a:noFill/>
          </a:ln>
        </p:spPr>
        <p:txBody>
          <a:bodyPr lIns="0" rIns="0" tIns="0" bIns="0" anchor="t">
            <a:noAutofit/>
          </a:bodyPr>
          <a:p>
            <a:pPr indent="0">
              <a:lnSpc>
                <a:spcPct val="100000"/>
              </a:lnSpc>
              <a:buNone/>
              <a:tabLst>
                <a:tab algn="l" pos="0"/>
              </a:tabLst>
            </a:pPr>
            <a:endParaRPr b="0" lang="en-US" sz="3600" spc="-1" strike="noStrike">
              <a:solidFill>
                <a:srgbClr val="000000"/>
              </a:solidFill>
              <a:latin typeface="Arial"/>
            </a:endParaRPr>
          </a:p>
          <a:p>
            <a:pPr indent="0">
              <a:lnSpc>
                <a:spcPct val="100000"/>
              </a:lnSpc>
              <a:buNone/>
              <a:tabLst>
                <a:tab algn="l" pos="0"/>
              </a:tabLst>
            </a:pPr>
            <a:r>
              <a:rPr b="1" lang="en" sz="5400" spc="-1" strike="noStrike">
                <a:solidFill>
                  <a:schemeClr val="accent1"/>
                </a:solidFill>
                <a:latin typeface="Open Sans"/>
                <a:ea typeface="Open Sans"/>
              </a:rPr>
              <a:t>Findings of A/B test analysis</a:t>
            </a:r>
            <a:endParaRPr b="0" lang="en-US" sz="5400" spc="-1" strike="noStrike">
              <a:solidFill>
                <a:srgbClr val="000000"/>
              </a:solidFill>
              <a:latin typeface="Arial"/>
            </a:endParaRPr>
          </a:p>
          <a:p>
            <a:pPr indent="0">
              <a:lnSpc>
                <a:spcPct val="100000"/>
              </a:lnSpc>
              <a:buNone/>
              <a:tabLst>
                <a:tab algn="l" pos="0"/>
              </a:tabLst>
            </a:pPr>
            <a:endParaRPr b="0" lang="en-US" sz="3600" spc="-1" strike="noStrike">
              <a:solidFill>
                <a:srgbClr val="000000"/>
              </a:solidFill>
              <a:latin typeface="Arial"/>
            </a:endParaRPr>
          </a:p>
          <a:p>
            <a:pPr marL="914400" indent="-723960">
              <a:lnSpc>
                <a:spcPct val="100000"/>
              </a:lnSpc>
              <a:spcBef>
                <a:spcPts val="1400"/>
              </a:spcBef>
              <a:buClr>
                <a:srgbClr val="0b0b0b"/>
              </a:buClr>
              <a:buFont typeface="Open Sans"/>
              <a:buChar char="●"/>
              <a:tabLst>
                <a:tab algn="l" pos="0"/>
              </a:tabLst>
            </a:pPr>
            <a:r>
              <a:rPr b="0" lang="en" sz="4200" spc="-1" strike="noStrike">
                <a:solidFill>
                  <a:schemeClr val="dk1"/>
                </a:solidFill>
                <a:latin typeface="Open Sans"/>
                <a:ea typeface="Open Sans"/>
              </a:rPr>
              <a:t>Experiment Setup</a:t>
            </a:r>
            <a:endParaRPr b="0" lang="en-US" sz="4200" spc="-1" strike="noStrike">
              <a:solidFill>
                <a:srgbClr val="000000"/>
              </a:solidFill>
              <a:latin typeface="Arial"/>
            </a:endParaRPr>
          </a:p>
          <a:p>
            <a:pPr marL="914400" indent="-723960">
              <a:lnSpc>
                <a:spcPct val="100000"/>
              </a:lnSpc>
              <a:buClr>
                <a:srgbClr val="0b0b0b"/>
              </a:buClr>
              <a:buFont typeface="Open Sans"/>
              <a:buChar char="●"/>
              <a:tabLst>
                <a:tab algn="l" pos="0"/>
              </a:tabLst>
            </a:pPr>
            <a:r>
              <a:rPr b="0" lang="en" sz="4200" spc="-1" strike="noStrike">
                <a:solidFill>
                  <a:schemeClr val="dk1"/>
                </a:solidFill>
                <a:latin typeface="Open Sans"/>
                <a:ea typeface="Open Sans"/>
              </a:rPr>
              <a:t>Conversion Rates</a:t>
            </a:r>
            <a:endParaRPr b="0" lang="en-US" sz="4200" spc="-1" strike="noStrike">
              <a:solidFill>
                <a:srgbClr val="000000"/>
              </a:solidFill>
              <a:latin typeface="Arial"/>
            </a:endParaRPr>
          </a:p>
          <a:p>
            <a:pPr marL="914400" indent="-723960">
              <a:lnSpc>
                <a:spcPct val="100000"/>
              </a:lnSpc>
              <a:buClr>
                <a:srgbClr val="0b0b0b"/>
              </a:buClr>
              <a:buFont typeface="Open Sans"/>
              <a:buChar char="●"/>
              <a:tabLst>
                <a:tab algn="l" pos="0"/>
              </a:tabLst>
            </a:pPr>
            <a:r>
              <a:rPr b="0" lang="en" sz="4200" spc="-1" strike="noStrike">
                <a:solidFill>
                  <a:schemeClr val="dk1"/>
                </a:solidFill>
                <a:latin typeface="Open Sans"/>
                <a:ea typeface="Open Sans"/>
              </a:rPr>
              <a:t>Experiment Results</a:t>
            </a:r>
            <a:endParaRPr b="0" lang="en-US" sz="4200" spc="-1" strike="noStrike">
              <a:solidFill>
                <a:srgbClr val="000000"/>
              </a:solidFill>
              <a:latin typeface="Arial"/>
            </a:endParaRPr>
          </a:p>
          <a:p>
            <a:pPr indent="0">
              <a:lnSpc>
                <a:spcPct val="100000"/>
              </a:lnSpc>
              <a:spcBef>
                <a:spcPts val="1400"/>
              </a:spcBef>
              <a:buNone/>
              <a:tabLst>
                <a:tab algn="l" pos="0"/>
              </a:tabLst>
            </a:pPr>
            <a:endParaRPr b="0" lang="en-US" sz="3000" spc="-1" strike="noStrike">
              <a:solidFill>
                <a:srgbClr val="000000"/>
              </a:solidFill>
              <a:latin typeface="Arial"/>
            </a:endParaRPr>
          </a:p>
          <a:p>
            <a:pPr marL="228600" indent="0">
              <a:lnSpc>
                <a:spcPct val="115000"/>
              </a:lnSpc>
              <a:spcBef>
                <a:spcPts val="1400"/>
              </a:spcBef>
              <a:spcAft>
                <a:spcPts val="2001"/>
              </a:spcAft>
              <a:buNone/>
              <a:tabLst>
                <a:tab algn="l" pos="0"/>
              </a:tabLst>
            </a:pPr>
            <a:endParaRPr b="0" lang="en-US"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685800" y="307800"/>
            <a:ext cx="16916040" cy="1508760"/>
          </a:xfrm>
          <a:prstGeom prst="rect">
            <a:avLst/>
          </a:prstGeom>
          <a:noFill/>
          <a:ln w="0">
            <a:noFill/>
          </a:ln>
        </p:spPr>
        <p:txBody>
          <a:bodyPr lIns="0" rIns="0" tIns="0" bIns="0" anchor="ctr">
            <a:noAutofit/>
          </a:bodyPr>
          <a:p>
            <a:pPr indent="0">
              <a:lnSpc>
                <a:spcPct val="100000"/>
              </a:lnSpc>
              <a:buNone/>
              <a:tabLst>
                <a:tab algn="l" pos="0"/>
              </a:tabLst>
            </a:pPr>
            <a:r>
              <a:rPr b="0" lang="en" sz="6400" spc="-1" strike="noStrike">
                <a:solidFill>
                  <a:schemeClr val="dk1"/>
                </a:solidFill>
                <a:latin typeface="Open Sans Light"/>
                <a:ea typeface="Open Sans Light"/>
              </a:rPr>
              <a:t>How Was the Experiment Implemented?</a:t>
            </a:r>
            <a:endParaRPr b="0" lang="en-US" sz="6400" spc="-1" strike="noStrike">
              <a:solidFill>
                <a:srgbClr val="000000"/>
              </a:solidFill>
              <a:latin typeface="Arial"/>
            </a:endParaRPr>
          </a:p>
        </p:txBody>
      </p:sp>
      <p:sp>
        <p:nvSpPr>
          <p:cNvPr id="81" name="PlaceHolder 2"/>
          <p:cNvSpPr>
            <a:spLocks noGrp="1"/>
          </p:cNvSpPr>
          <p:nvPr>
            <p:ph/>
          </p:nvPr>
        </p:nvSpPr>
        <p:spPr>
          <a:xfrm>
            <a:off x="685800" y="1828800"/>
            <a:ext cx="16393320" cy="3143160"/>
          </a:xfrm>
          <a:prstGeom prst="rect">
            <a:avLst/>
          </a:prstGeom>
          <a:noFill/>
          <a:ln w="0">
            <a:noFill/>
          </a:ln>
        </p:spPr>
        <p:txBody>
          <a:bodyPr lIns="0" rIns="0" tIns="0" bIns="0" anchor="t">
            <a:noAutofit/>
          </a:bodyPr>
          <a:p>
            <a:pPr indent="0">
              <a:lnSpc>
                <a:spcPct val="100000"/>
              </a:lnSpc>
              <a:spcBef>
                <a:spcPts val="1400"/>
              </a:spcBef>
              <a:buNone/>
              <a:tabLst>
                <a:tab algn="l" pos="0"/>
              </a:tabLst>
            </a:pPr>
            <a:r>
              <a:rPr b="0" lang="en" sz="4000" spc="-1" strike="noStrike">
                <a:solidFill>
                  <a:schemeClr val="dk1"/>
                </a:solidFill>
                <a:latin typeface="Open Sans"/>
                <a:ea typeface="Open Sans"/>
              </a:rPr>
              <a:t>Total Variant Visitors:  69889</a:t>
            </a:r>
            <a:endParaRPr b="0" lang="en-US" sz="4000" spc="-1" strike="noStrike">
              <a:solidFill>
                <a:srgbClr val="000000"/>
              </a:solidFill>
              <a:latin typeface="Arial"/>
            </a:endParaRPr>
          </a:p>
          <a:p>
            <a:pPr indent="0">
              <a:lnSpc>
                <a:spcPct val="100000"/>
              </a:lnSpc>
              <a:spcBef>
                <a:spcPts val="1400"/>
              </a:spcBef>
              <a:buNone/>
              <a:tabLst>
                <a:tab algn="l" pos="0"/>
              </a:tabLst>
            </a:pPr>
            <a:r>
              <a:rPr b="0" lang="en" sz="4000" spc="-1" strike="noStrike">
                <a:solidFill>
                  <a:schemeClr val="dk1"/>
                </a:solidFill>
                <a:latin typeface="Open Sans"/>
                <a:ea typeface="Open Sans"/>
              </a:rPr>
              <a:t>Total Control Participants:  34678</a:t>
            </a:r>
            <a:endParaRPr b="0" lang="en-US" sz="4000" spc="-1" strike="noStrike">
              <a:solidFill>
                <a:srgbClr val="000000"/>
              </a:solidFill>
              <a:latin typeface="Arial"/>
            </a:endParaRPr>
          </a:p>
          <a:p>
            <a:pPr indent="0">
              <a:lnSpc>
                <a:spcPct val="100000"/>
              </a:lnSpc>
              <a:spcBef>
                <a:spcPts val="1400"/>
              </a:spcBef>
              <a:buNone/>
              <a:tabLst>
                <a:tab algn="l" pos="0"/>
              </a:tabLst>
            </a:pPr>
            <a:endParaRPr b="0" lang="en-US" sz="3600" spc="-1" strike="noStrike">
              <a:solidFill>
                <a:srgbClr val="000000"/>
              </a:solidFill>
              <a:latin typeface="Arial"/>
            </a:endParaRPr>
          </a:p>
          <a:p>
            <a:pPr indent="0">
              <a:lnSpc>
                <a:spcPct val="100000"/>
              </a:lnSpc>
              <a:spcBef>
                <a:spcPts val="1400"/>
              </a:spcBef>
              <a:buNone/>
              <a:tabLst>
                <a:tab algn="l" pos="0"/>
              </a:tabLst>
            </a:pPr>
            <a:endParaRPr b="0" lang="en-US" sz="3600" spc="-1" strike="noStrike">
              <a:solidFill>
                <a:srgbClr val="000000"/>
              </a:solidFill>
              <a:latin typeface="Arial"/>
            </a:endParaRPr>
          </a:p>
          <a:p>
            <a:pPr marL="228600" indent="0">
              <a:lnSpc>
                <a:spcPct val="115000"/>
              </a:lnSpc>
              <a:spcBef>
                <a:spcPts val="1400"/>
              </a:spcBef>
              <a:spcAft>
                <a:spcPts val="2001"/>
              </a:spcAft>
              <a:buNone/>
              <a:tabLst>
                <a:tab algn="l" pos="0"/>
              </a:tabLst>
            </a:pPr>
            <a:endParaRPr b="0" lang="en-US" sz="3000" spc="-1" strike="noStrike">
              <a:solidFill>
                <a:srgbClr val="000000"/>
              </a:solidFill>
              <a:latin typeface="Arial"/>
            </a:endParaRPr>
          </a:p>
        </p:txBody>
      </p:sp>
      <p:pic>
        <p:nvPicPr>
          <p:cNvPr id="82" name="" descr=""/>
          <p:cNvPicPr/>
          <p:nvPr/>
        </p:nvPicPr>
        <p:blipFill>
          <a:blip r:embed="rId1"/>
          <a:stretch/>
        </p:blipFill>
        <p:spPr>
          <a:xfrm>
            <a:off x="9601200" y="2743200"/>
            <a:ext cx="7086600" cy="548640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685800" y="307800"/>
            <a:ext cx="16916040" cy="1508760"/>
          </a:xfrm>
          <a:prstGeom prst="rect">
            <a:avLst/>
          </a:prstGeom>
          <a:noFill/>
          <a:ln w="0">
            <a:noFill/>
          </a:ln>
        </p:spPr>
        <p:txBody>
          <a:bodyPr lIns="0" rIns="0" tIns="0" bIns="0" anchor="ctr">
            <a:noAutofit/>
          </a:bodyPr>
          <a:p>
            <a:pPr indent="0">
              <a:lnSpc>
                <a:spcPct val="100000"/>
              </a:lnSpc>
              <a:buNone/>
              <a:tabLst>
                <a:tab algn="l" pos="0"/>
              </a:tabLst>
            </a:pPr>
            <a:r>
              <a:rPr b="0" lang="en" sz="6400" spc="-1" strike="noStrike">
                <a:solidFill>
                  <a:schemeClr val="dk1"/>
                </a:solidFill>
                <a:latin typeface="Open Sans Light"/>
                <a:ea typeface="Open Sans Light"/>
              </a:rPr>
              <a:t>Conversion Rates</a:t>
            </a:r>
            <a:endParaRPr b="0" lang="en-US" sz="6400" spc="-1" strike="noStrike">
              <a:solidFill>
                <a:srgbClr val="000000"/>
              </a:solidFill>
              <a:latin typeface="Arial"/>
            </a:endParaRPr>
          </a:p>
        </p:txBody>
      </p:sp>
      <p:sp>
        <p:nvSpPr>
          <p:cNvPr id="84" name="PlaceHolder 2"/>
          <p:cNvSpPr>
            <a:spLocks noGrp="1"/>
          </p:cNvSpPr>
          <p:nvPr>
            <p:ph/>
          </p:nvPr>
        </p:nvSpPr>
        <p:spPr>
          <a:xfrm>
            <a:off x="947160" y="5878440"/>
            <a:ext cx="16393320" cy="2579760"/>
          </a:xfrm>
          <a:prstGeom prst="rect">
            <a:avLst/>
          </a:prstGeom>
          <a:noFill/>
          <a:ln w="0">
            <a:noFill/>
          </a:ln>
        </p:spPr>
        <p:txBody>
          <a:bodyPr lIns="0" rIns="0" tIns="0" bIns="0" anchor="t">
            <a:noAutofit/>
          </a:bodyPr>
          <a:p>
            <a:pPr indent="0">
              <a:lnSpc>
                <a:spcPct val="100000"/>
              </a:lnSpc>
              <a:buNone/>
              <a:tabLst>
                <a:tab algn="l" pos="0"/>
              </a:tabLst>
            </a:pPr>
            <a:r>
              <a:rPr b="0" lang="en" sz="3600" spc="-1" strike="noStrike">
                <a:solidFill>
                  <a:schemeClr val="accent1"/>
                </a:solidFill>
                <a:latin typeface="Open Sans"/>
                <a:ea typeface="Open Sans"/>
              </a:rPr>
              <a:t>Executive Summary: </a:t>
            </a:r>
            <a:r>
              <a:rPr b="1" lang="en" sz="3200" spc="-1" strike="noStrike">
                <a:solidFill>
                  <a:schemeClr val="accent1"/>
                </a:solidFill>
                <a:latin typeface="Open Sans"/>
                <a:ea typeface="Open Sans"/>
              </a:rPr>
              <a:t>All three countries had similar conversion rates for both control and treatment.  This suggests that the country of the visitors had little influence on conversion rate.  In all three countries the treatment conversion rate was higher than the control conversion rate.  This suggests the treatment may be having a positive effect.</a:t>
            </a:r>
            <a:endParaRPr b="0" lang="en-US" sz="3200" spc="-1" strike="noStrike">
              <a:solidFill>
                <a:srgbClr val="000000"/>
              </a:solidFill>
              <a:latin typeface="Arial"/>
            </a:endParaRPr>
          </a:p>
          <a:p>
            <a:pPr marL="228600" indent="0">
              <a:lnSpc>
                <a:spcPct val="115000"/>
              </a:lnSpc>
              <a:spcBef>
                <a:spcPts val="1400"/>
              </a:spcBef>
              <a:spcAft>
                <a:spcPts val="2001"/>
              </a:spcAft>
              <a:buNone/>
              <a:tabLst>
                <a:tab algn="l" pos="0"/>
              </a:tabLst>
            </a:pPr>
            <a:endParaRPr b="0" lang="en-US" sz="3000" spc="-1" strike="noStrike">
              <a:solidFill>
                <a:srgbClr val="000000"/>
              </a:solidFill>
              <a:latin typeface="Arial"/>
            </a:endParaRPr>
          </a:p>
        </p:txBody>
      </p:sp>
      <p:graphicFrame>
        <p:nvGraphicFramePr>
          <p:cNvPr id="85" name="Google Shape;138;p17"/>
          <p:cNvGraphicFramePr/>
          <p:nvPr/>
        </p:nvGraphicFramePr>
        <p:xfrm>
          <a:off x="827640" y="1908720"/>
          <a:ext cx="16382520" cy="2943720"/>
        </p:xfrm>
        <a:graphic>
          <a:graphicData uri="http://schemas.openxmlformats.org/drawingml/2006/table">
            <a:tbl>
              <a:tblPr/>
              <a:tblGrid>
                <a:gridCol w="4095720"/>
                <a:gridCol w="4095720"/>
                <a:gridCol w="4095720"/>
                <a:gridCol w="4095720"/>
              </a:tblGrid>
              <a:tr h="981000">
                <a:tc>
                  <a:txBody>
                    <a:bodyPr lIns="91080" rIns="91080" tIns="91080" bIns="91080" anchor="ctr">
                      <a:noAutofit/>
                    </a:bodyPr>
                    <a:p>
                      <a:endParaRPr b="0" lang="en-US" sz="1800" spc="-1" strike="noStrike">
                        <a:solidFill>
                          <a:srgbClr val="000000"/>
                        </a:solidFill>
                        <a:latin typeface="Arial"/>
                      </a:endParaRPr>
                    </a:p>
                  </a:txBody>
                  <a:tcPr anchor="ctr"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solidFill>
                      <a:srgbClr val="d9d9d9"/>
                    </a:solidFill>
                  </a:tcPr>
                </a:tc>
                <a:tc>
                  <a:txBody>
                    <a:bodyPr lIns="91080" rIns="91080" tIns="91080" bIns="91080" anchor="ctr">
                      <a:noAutofit/>
                    </a:bodyPr>
                    <a:p>
                      <a:pPr>
                        <a:lnSpc>
                          <a:spcPct val="100000"/>
                        </a:lnSpc>
                        <a:tabLst>
                          <a:tab algn="l" pos="0"/>
                        </a:tabLst>
                      </a:pPr>
                      <a:r>
                        <a:rPr b="1" lang="en" sz="3200" spc="-1" strike="noStrike">
                          <a:solidFill>
                            <a:srgbClr val="000000"/>
                          </a:solidFill>
                          <a:latin typeface="Open Sans"/>
                          <a:ea typeface="Open Sans"/>
                        </a:rPr>
                        <a:t>U.S.</a:t>
                      </a:r>
                      <a:endParaRPr b="0" lang="en-US" sz="3200" spc="-1" strike="noStrike">
                        <a:solidFill>
                          <a:srgbClr val="000000"/>
                        </a:solidFill>
                        <a:latin typeface="Arial"/>
                      </a:endParaRPr>
                    </a:p>
                  </a:txBody>
                  <a:tcPr anchor="ctr"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solidFill>
                      <a:srgbClr val="d9d9d9"/>
                    </a:solidFill>
                  </a:tcPr>
                </a:tc>
                <a:tc>
                  <a:txBody>
                    <a:bodyPr lIns="91080" rIns="91080" tIns="91080" bIns="91080" anchor="ctr">
                      <a:noAutofit/>
                    </a:bodyPr>
                    <a:p>
                      <a:pPr>
                        <a:lnSpc>
                          <a:spcPct val="100000"/>
                        </a:lnSpc>
                        <a:tabLst>
                          <a:tab algn="l" pos="0"/>
                        </a:tabLst>
                      </a:pPr>
                      <a:r>
                        <a:rPr b="1" lang="en" sz="3200" spc="-1" strike="noStrike">
                          <a:solidFill>
                            <a:srgbClr val="000000"/>
                          </a:solidFill>
                          <a:latin typeface="Open Sans"/>
                          <a:ea typeface="Open Sans"/>
                        </a:rPr>
                        <a:t>U.K.</a:t>
                      </a:r>
                      <a:endParaRPr b="0" lang="en-US" sz="3200" spc="-1" strike="noStrike">
                        <a:solidFill>
                          <a:srgbClr val="000000"/>
                        </a:solidFill>
                        <a:latin typeface="Arial"/>
                      </a:endParaRPr>
                    </a:p>
                  </a:txBody>
                  <a:tcPr anchor="ctr"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solidFill>
                      <a:srgbClr val="d9d9d9"/>
                    </a:solidFill>
                  </a:tcPr>
                </a:tc>
                <a:tc>
                  <a:txBody>
                    <a:bodyPr lIns="91080" rIns="91080" tIns="91080" bIns="91080" anchor="ctr">
                      <a:noAutofit/>
                    </a:bodyPr>
                    <a:p>
                      <a:pPr>
                        <a:lnSpc>
                          <a:spcPct val="100000"/>
                        </a:lnSpc>
                        <a:tabLst>
                          <a:tab algn="l" pos="0"/>
                        </a:tabLst>
                      </a:pPr>
                      <a:r>
                        <a:rPr b="1" lang="en" sz="3200" spc="-1" strike="noStrike">
                          <a:solidFill>
                            <a:srgbClr val="000000"/>
                          </a:solidFill>
                          <a:latin typeface="Open Sans"/>
                          <a:ea typeface="Open Sans"/>
                        </a:rPr>
                        <a:t>CA</a:t>
                      </a:r>
                      <a:endParaRPr b="0" lang="en-US" sz="3200" spc="-1" strike="noStrike">
                        <a:solidFill>
                          <a:srgbClr val="000000"/>
                        </a:solidFill>
                        <a:latin typeface="Arial"/>
                      </a:endParaRPr>
                    </a:p>
                  </a:txBody>
                  <a:tcPr anchor="ctr"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solidFill>
                      <a:srgbClr val="d9d9d9"/>
                    </a:solidFill>
                  </a:tcPr>
                </a:tc>
              </a:tr>
              <a:tr h="981000">
                <a:tc>
                  <a:txBody>
                    <a:bodyPr lIns="91080" rIns="91080" tIns="91080" bIns="91080" anchor="ctr">
                      <a:noAutofit/>
                    </a:bodyPr>
                    <a:p>
                      <a:pPr>
                        <a:lnSpc>
                          <a:spcPct val="100000"/>
                        </a:lnSpc>
                        <a:tabLst>
                          <a:tab algn="l" pos="0"/>
                        </a:tabLst>
                      </a:pPr>
                      <a:r>
                        <a:rPr b="1" lang="en" sz="3200" spc="-1" strike="noStrike">
                          <a:solidFill>
                            <a:srgbClr val="000000"/>
                          </a:solidFill>
                          <a:latin typeface="Open Sans"/>
                          <a:ea typeface="Open Sans"/>
                        </a:rPr>
                        <a:t>Control</a:t>
                      </a:r>
                      <a:endParaRPr b="0" lang="en-US" sz="3200" spc="-1" strike="noStrike">
                        <a:solidFill>
                          <a:srgbClr val="000000"/>
                        </a:solidFill>
                        <a:latin typeface="Arial"/>
                      </a:endParaRPr>
                    </a:p>
                  </a:txBody>
                  <a:tcPr anchor="ctr"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solidFill>
                      <a:srgbClr val="d9d9d9"/>
                    </a:solidFill>
                  </a:tcPr>
                </a:tc>
                <a:tc>
                  <a:txBody>
                    <a:bodyPr lIns="91080" rIns="91080" tIns="91080" bIns="91080" anchor="ctr">
                      <a:noAutofit/>
                    </a:bodyPr>
                    <a:p>
                      <a:pPr>
                        <a:lnSpc>
                          <a:spcPct val="100000"/>
                        </a:lnSpc>
                        <a:tabLst>
                          <a:tab algn="l" pos="0"/>
                        </a:tabLst>
                      </a:pPr>
                      <a:r>
                        <a:rPr b="1" lang="en" sz="3200" spc="-1" strike="noStrike">
                          <a:solidFill>
                            <a:srgbClr val="000000"/>
                          </a:solidFill>
                          <a:latin typeface="Open Sans"/>
                          <a:ea typeface="Open Sans"/>
                        </a:rPr>
                        <a:t>10.7%</a:t>
                      </a:r>
                      <a:endParaRPr b="0" lang="en-US" sz="3200" spc="-1" strike="noStrike">
                        <a:solidFill>
                          <a:srgbClr val="000000"/>
                        </a:solidFill>
                        <a:latin typeface="Arial"/>
                      </a:endParaRPr>
                    </a:p>
                  </a:txBody>
                  <a:tcPr anchor="ctr"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tIns="91080" bIns="91080" anchor="ctr">
                      <a:noAutofit/>
                    </a:bodyPr>
                    <a:p>
                      <a:pPr>
                        <a:lnSpc>
                          <a:spcPct val="100000"/>
                        </a:lnSpc>
                        <a:tabLst>
                          <a:tab algn="l" pos="0"/>
                        </a:tabLst>
                      </a:pPr>
                      <a:r>
                        <a:rPr b="1" lang="en" sz="3200" spc="-1" strike="noStrike">
                          <a:solidFill>
                            <a:srgbClr val="000000"/>
                          </a:solidFill>
                          <a:latin typeface="Open Sans"/>
                          <a:ea typeface="Open Sans"/>
                        </a:rPr>
                        <a:t>10.2%</a:t>
                      </a:r>
                      <a:endParaRPr b="0" lang="en-US" sz="3200" spc="-1" strike="noStrike">
                        <a:solidFill>
                          <a:srgbClr val="000000"/>
                        </a:solidFill>
                        <a:latin typeface="Arial"/>
                      </a:endParaRPr>
                    </a:p>
                  </a:txBody>
                  <a:tcPr anchor="ctr"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tIns="91080" bIns="91080" anchor="ctr">
                      <a:noAutofit/>
                    </a:bodyPr>
                    <a:p>
                      <a:pPr>
                        <a:lnSpc>
                          <a:spcPct val="100000"/>
                        </a:lnSpc>
                        <a:tabLst>
                          <a:tab algn="l" pos="0"/>
                        </a:tabLst>
                      </a:pPr>
                      <a:r>
                        <a:rPr b="1" lang="en" sz="3200" spc="-1" strike="noStrike">
                          <a:solidFill>
                            <a:srgbClr val="000000"/>
                          </a:solidFill>
                          <a:latin typeface="Open Sans"/>
                          <a:ea typeface="Open Sans"/>
                        </a:rPr>
                        <a:t>9.4%</a:t>
                      </a:r>
                      <a:endParaRPr b="0" lang="en-US" sz="3200" spc="-1" strike="noStrike">
                        <a:solidFill>
                          <a:srgbClr val="000000"/>
                        </a:solidFill>
                        <a:latin typeface="Arial"/>
                      </a:endParaRPr>
                    </a:p>
                  </a:txBody>
                  <a:tcPr anchor="ctr"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r>
              <a:tr h="981000">
                <a:tc>
                  <a:txBody>
                    <a:bodyPr lIns="91080" rIns="91080" tIns="91080" bIns="91080" anchor="ctr">
                      <a:noAutofit/>
                    </a:bodyPr>
                    <a:p>
                      <a:pPr>
                        <a:lnSpc>
                          <a:spcPct val="100000"/>
                        </a:lnSpc>
                        <a:tabLst>
                          <a:tab algn="l" pos="0"/>
                        </a:tabLst>
                      </a:pPr>
                      <a:r>
                        <a:rPr b="1" lang="en" sz="3200" spc="-1" strike="noStrike">
                          <a:solidFill>
                            <a:srgbClr val="000000"/>
                          </a:solidFill>
                          <a:latin typeface="Open Sans"/>
                          <a:ea typeface="Open Sans"/>
                        </a:rPr>
                        <a:t>Treatment</a:t>
                      </a:r>
                      <a:endParaRPr b="0" lang="en-US" sz="3200" spc="-1" strike="noStrike">
                        <a:solidFill>
                          <a:srgbClr val="000000"/>
                        </a:solidFill>
                        <a:latin typeface="Arial"/>
                      </a:endParaRPr>
                    </a:p>
                  </a:txBody>
                  <a:tcPr anchor="ctr"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solidFill>
                      <a:srgbClr val="d9d9d9"/>
                    </a:solidFill>
                  </a:tcPr>
                </a:tc>
                <a:tc>
                  <a:txBody>
                    <a:bodyPr lIns="91080" rIns="91080" tIns="91080" bIns="91080" anchor="ctr">
                      <a:noAutofit/>
                    </a:bodyPr>
                    <a:p>
                      <a:pPr>
                        <a:lnSpc>
                          <a:spcPct val="100000"/>
                        </a:lnSpc>
                        <a:tabLst>
                          <a:tab algn="l" pos="0"/>
                        </a:tabLst>
                      </a:pPr>
                      <a:r>
                        <a:rPr b="1" lang="en" sz="3200" spc="-1" strike="noStrike">
                          <a:solidFill>
                            <a:srgbClr val="000000"/>
                          </a:solidFill>
                          <a:latin typeface="Open Sans"/>
                          <a:ea typeface="Open Sans"/>
                        </a:rPr>
                        <a:t>15.8%</a:t>
                      </a:r>
                      <a:endParaRPr b="0" lang="en-US" sz="3200" spc="-1" strike="noStrike">
                        <a:solidFill>
                          <a:srgbClr val="000000"/>
                        </a:solidFill>
                        <a:latin typeface="Arial"/>
                      </a:endParaRPr>
                    </a:p>
                  </a:txBody>
                  <a:tcPr anchor="ctr"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tIns="91080" bIns="91080" anchor="ctr">
                      <a:noAutofit/>
                    </a:bodyPr>
                    <a:p>
                      <a:pPr>
                        <a:lnSpc>
                          <a:spcPct val="100000"/>
                        </a:lnSpc>
                        <a:tabLst>
                          <a:tab algn="l" pos="0"/>
                        </a:tabLst>
                      </a:pPr>
                      <a:r>
                        <a:rPr b="1" lang="en" sz="3200" spc="-1" strike="noStrike">
                          <a:solidFill>
                            <a:srgbClr val="000000"/>
                          </a:solidFill>
                          <a:latin typeface="Open Sans"/>
                          <a:ea typeface="Open Sans"/>
                        </a:rPr>
                        <a:t>14.9%</a:t>
                      </a:r>
                      <a:endParaRPr b="0" lang="en-US" sz="3200" spc="-1" strike="noStrike">
                        <a:solidFill>
                          <a:srgbClr val="000000"/>
                        </a:solidFill>
                        <a:latin typeface="Arial"/>
                      </a:endParaRPr>
                    </a:p>
                  </a:txBody>
                  <a:tcPr anchor="ctr"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tIns="91080" bIns="91080" anchor="ctr">
                      <a:noAutofit/>
                    </a:bodyPr>
                    <a:p>
                      <a:pPr>
                        <a:lnSpc>
                          <a:spcPct val="100000"/>
                        </a:lnSpc>
                        <a:tabLst>
                          <a:tab algn="l" pos="0"/>
                        </a:tabLst>
                      </a:pPr>
                      <a:r>
                        <a:rPr b="1" lang="en" sz="3200" spc="-1" strike="noStrike">
                          <a:solidFill>
                            <a:srgbClr val="000000"/>
                          </a:solidFill>
                          <a:latin typeface="Open Sans"/>
                          <a:ea typeface="Open Sans"/>
                        </a:rPr>
                        <a:t>15.4%</a:t>
                      </a:r>
                      <a:endParaRPr b="0" lang="en-US" sz="3200" spc="-1" strike="noStrike">
                        <a:solidFill>
                          <a:srgbClr val="000000"/>
                        </a:solidFill>
                        <a:latin typeface="Arial"/>
                      </a:endParaRPr>
                    </a:p>
                  </a:txBody>
                  <a:tcPr anchor="ctr"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685800" y="307800"/>
            <a:ext cx="16916040" cy="1508760"/>
          </a:xfrm>
          <a:prstGeom prst="rect">
            <a:avLst/>
          </a:prstGeom>
          <a:noFill/>
          <a:ln w="0">
            <a:noFill/>
          </a:ln>
        </p:spPr>
        <p:txBody>
          <a:bodyPr lIns="0" rIns="0" tIns="0" bIns="0" anchor="ctr">
            <a:noAutofit/>
          </a:bodyPr>
          <a:p>
            <a:pPr indent="0">
              <a:lnSpc>
                <a:spcPct val="100000"/>
              </a:lnSpc>
              <a:buNone/>
              <a:tabLst>
                <a:tab algn="l" pos="0"/>
              </a:tabLst>
            </a:pPr>
            <a:r>
              <a:rPr b="0" lang="en" sz="6400" spc="-1" strike="noStrike">
                <a:solidFill>
                  <a:schemeClr val="dk1"/>
                </a:solidFill>
                <a:latin typeface="Open Sans Light"/>
                <a:ea typeface="Open Sans Light"/>
              </a:rPr>
              <a:t>Experiment Results</a:t>
            </a:r>
            <a:endParaRPr b="0" lang="en-US" sz="6400" spc="-1" strike="noStrike">
              <a:solidFill>
                <a:srgbClr val="000000"/>
              </a:solidFill>
              <a:latin typeface="Arial"/>
            </a:endParaRPr>
          </a:p>
        </p:txBody>
      </p:sp>
      <p:sp>
        <p:nvSpPr>
          <p:cNvPr id="87" name="PlaceHolder 2"/>
          <p:cNvSpPr>
            <a:spLocks noGrp="1"/>
          </p:cNvSpPr>
          <p:nvPr>
            <p:ph/>
          </p:nvPr>
        </p:nvSpPr>
        <p:spPr>
          <a:xfrm>
            <a:off x="741600" y="1779480"/>
            <a:ext cx="16393320" cy="6629040"/>
          </a:xfrm>
          <a:prstGeom prst="rect">
            <a:avLst/>
          </a:prstGeom>
          <a:noFill/>
          <a:ln w="0">
            <a:noFill/>
          </a:ln>
        </p:spPr>
        <p:txBody>
          <a:bodyPr lIns="0" rIns="0" tIns="0" bIns="0" anchor="t">
            <a:noAutofit/>
          </a:bodyPr>
          <a:p>
            <a:pPr marL="457200" indent="-457200">
              <a:lnSpc>
                <a:spcPct val="100000"/>
              </a:lnSpc>
              <a:buClr>
                <a:srgbClr val="2015ff"/>
              </a:buClr>
              <a:buFont typeface="Open Sans"/>
              <a:buChar char="●"/>
              <a:tabLst>
                <a:tab algn="l" pos="0"/>
              </a:tabLst>
            </a:pPr>
            <a:r>
              <a:rPr b="0" lang="en" sz="3600" spc="-1" strike="noStrike">
                <a:solidFill>
                  <a:srgbClr val="0b0b0b"/>
                </a:solidFill>
                <a:latin typeface="Open Sans"/>
                <a:ea typeface="Open Sans"/>
              </a:rPr>
              <a:t>Treatment Conversion Rate:  </a:t>
            </a:r>
            <a:r>
              <a:rPr b="1" lang="en" sz="3200" spc="-1" strike="noStrike">
                <a:solidFill>
                  <a:srgbClr val="000000"/>
                </a:solidFill>
                <a:latin typeface="Open Sans"/>
                <a:ea typeface="Open Sans"/>
              </a:rPr>
              <a:t>0.1553</a:t>
            </a:r>
            <a:endParaRPr b="0" lang="en-US" sz="3200" spc="-1" strike="noStrike">
              <a:solidFill>
                <a:srgbClr val="000000"/>
              </a:solidFill>
              <a:latin typeface="Arial"/>
            </a:endParaRPr>
          </a:p>
          <a:p>
            <a:pPr marL="457200" indent="-457200">
              <a:lnSpc>
                <a:spcPct val="100000"/>
              </a:lnSpc>
              <a:buClr>
                <a:srgbClr val="2015ff"/>
              </a:buClr>
              <a:buFont typeface="Open Sans"/>
              <a:buChar char="●"/>
              <a:tabLst>
                <a:tab algn="l" pos="0"/>
              </a:tabLst>
            </a:pPr>
            <a:r>
              <a:rPr b="0" lang="en" sz="3600" spc="-1" strike="noStrike">
                <a:solidFill>
                  <a:srgbClr val="0b0b0b"/>
                </a:solidFill>
                <a:latin typeface="Open Sans"/>
                <a:ea typeface="Open Sans"/>
              </a:rPr>
              <a:t>Control Conversion Rate:​  </a:t>
            </a:r>
            <a:r>
              <a:rPr b="1" lang="en" sz="3200" spc="-1" strike="noStrike">
                <a:solidFill>
                  <a:srgbClr val="000000"/>
                </a:solidFill>
                <a:latin typeface="Open Sans"/>
                <a:ea typeface="Open Sans"/>
              </a:rPr>
              <a:t>0.1053</a:t>
            </a:r>
            <a:endParaRPr b="0" lang="en-US" sz="3200" spc="-1" strike="noStrike">
              <a:solidFill>
                <a:srgbClr val="000000"/>
              </a:solidFill>
              <a:latin typeface="Arial"/>
            </a:endParaRPr>
          </a:p>
          <a:p>
            <a:pPr marL="457200" indent="-457200">
              <a:lnSpc>
                <a:spcPct val="100000"/>
              </a:lnSpc>
              <a:buClr>
                <a:srgbClr val="2015ff"/>
              </a:buClr>
              <a:buFont typeface="Open Sans"/>
              <a:buChar char="●"/>
              <a:tabLst>
                <a:tab algn="l" pos="0"/>
              </a:tabLst>
            </a:pPr>
            <a:r>
              <a:rPr b="0" lang="en" sz="3600" spc="-1" strike="noStrike">
                <a:solidFill>
                  <a:srgbClr val="0b0b0b"/>
                </a:solidFill>
                <a:latin typeface="Open Sans"/>
                <a:ea typeface="Open Sans"/>
              </a:rPr>
              <a:t>Delta in Treatment vs. Control Conversion Rate:​ </a:t>
            </a:r>
            <a:r>
              <a:rPr b="1" lang="en" sz="3200" spc="-1" strike="noStrike">
                <a:solidFill>
                  <a:srgbClr val="000000"/>
                </a:solidFill>
                <a:latin typeface="Open Sans"/>
                <a:ea typeface="Open Sans"/>
              </a:rPr>
              <a:t>0.05</a:t>
            </a:r>
            <a:endParaRPr b="0" lang="en-US" sz="3200" spc="-1" strike="noStrike">
              <a:solidFill>
                <a:srgbClr val="000000"/>
              </a:solidFill>
              <a:latin typeface="Arial"/>
            </a:endParaRPr>
          </a:p>
          <a:p>
            <a:pPr marL="457200" indent="-457200">
              <a:lnSpc>
                <a:spcPct val="100000"/>
              </a:lnSpc>
              <a:buClr>
                <a:srgbClr val="2015ff"/>
              </a:buClr>
              <a:buFont typeface="Open Sans"/>
              <a:buChar char="●"/>
              <a:tabLst>
                <a:tab algn="l" pos="0"/>
              </a:tabLst>
            </a:pPr>
            <a:r>
              <a:rPr b="0" lang="en" sz="3600" spc="-1" strike="noStrike">
                <a:solidFill>
                  <a:srgbClr val="0b0b0b"/>
                </a:solidFill>
                <a:latin typeface="Open Sans"/>
                <a:ea typeface="Open Sans"/>
              </a:rPr>
              <a:t>P-value:​ </a:t>
            </a:r>
            <a:r>
              <a:rPr b="1" lang="en" sz="3200" spc="-1" strike="noStrike">
                <a:solidFill>
                  <a:srgbClr val="000000"/>
                </a:solidFill>
                <a:latin typeface="Open Sans"/>
                <a:ea typeface="Open Sans"/>
              </a:rPr>
              <a:t>0.0</a:t>
            </a:r>
            <a:endParaRPr b="0" lang="en-US" sz="3200" spc="-1" strike="noStrike">
              <a:solidFill>
                <a:srgbClr val="000000"/>
              </a:solidFill>
              <a:latin typeface="Arial"/>
            </a:endParaRPr>
          </a:p>
          <a:p>
            <a:pPr marL="457200" indent="-457200">
              <a:lnSpc>
                <a:spcPct val="100000"/>
              </a:lnSpc>
              <a:buClr>
                <a:srgbClr val="2015ff"/>
              </a:buClr>
              <a:buFont typeface="Open Sans"/>
              <a:buChar char="●"/>
            </a:pPr>
            <a:r>
              <a:rPr b="0" lang="en" sz="3600" spc="-1" strike="noStrike">
                <a:solidFill>
                  <a:srgbClr val="0b0b0b"/>
                </a:solidFill>
                <a:latin typeface="Open Sans"/>
                <a:ea typeface="Open Sans"/>
              </a:rPr>
              <a:t>Conclusion:</a:t>
            </a:r>
            <a:endParaRPr b="0" lang="en-US" sz="3600" spc="-1" strike="noStrike">
              <a:solidFill>
                <a:srgbClr val="000000"/>
              </a:solidFill>
              <a:latin typeface="Arial"/>
            </a:endParaRPr>
          </a:p>
          <a:p>
            <a:pPr lvl="1" marL="914400" indent="-419040">
              <a:lnSpc>
                <a:spcPct val="100000"/>
              </a:lnSpc>
              <a:spcBef>
                <a:spcPts val="1191"/>
              </a:spcBef>
              <a:spcAft>
                <a:spcPts val="992"/>
              </a:spcAft>
              <a:buClr>
                <a:srgbClr val="2015ff"/>
              </a:buClr>
              <a:buFont typeface="Open Sans"/>
              <a:buChar char="○"/>
              <a:tabLst>
                <a:tab algn="l" pos="0"/>
              </a:tabLst>
            </a:pPr>
            <a:r>
              <a:rPr b="0" lang="en" sz="3600" spc="-1" strike="noStrike">
                <a:solidFill>
                  <a:srgbClr val="000000"/>
                </a:solidFill>
                <a:latin typeface="Open Sans"/>
                <a:ea typeface="Open Sans"/>
              </a:rPr>
              <a:t>The treatment conversion rate was larger than the control conversion rate.  The p-value of 0.0 is below the Type I error rate (alpha) of 0.05, so the Null Hypothesis can be rejected. This is solid evidence to suggest that the treatment page results in a higher conversion rate than the control page.  </a:t>
            </a:r>
            <a:endParaRPr b="0" lang="en-US" sz="3600" spc="-1" strike="noStrike">
              <a:solidFill>
                <a:srgbClr val="000000"/>
              </a:solidFill>
              <a:latin typeface="Arial"/>
            </a:endParaRPr>
          </a:p>
          <a:p>
            <a:pPr indent="0">
              <a:lnSpc>
                <a:spcPct val="100000"/>
              </a:lnSpc>
              <a:buNone/>
              <a:tabLst>
                <a:tab algn="l" pos="0"/>
              </a:tabLst>
            </a:pPr>
            <a:endParaRPr b="0" lang="en-US" sz="3600" spc="-1" strike="noStrike">
              <a:solidFill>
                <a:srgbClr val="000000"/>
              </a:solidFill>
              <a:latin typeface="Arial"/>
            </a:endParaRPr>
          </a:p>
          <a:p>
            <a:pPr marL="228600" indent="0">
              <a:lnSpc>
                <a:spcPct val="115000"/>
              </a:lnSpc>
              <a:spcBef>
                <a:spcPts val="1400"/>
              </a:spcBef>
              <a:spcAft>
                <a:spcPts val="2001"/>
              </a:spcAft>
              <a:buNone/>
              <a:tabLst>
                <a:tab algn="l" pos="0"/>
              </a:tabLst>
            </a:pPr>
            <a:endParaRPr b="0" lang="en-US"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Udacity 2024 Student Template">
  <a:themeElements>
    <a:clrScheme name="Simple Light">
      <a:dk1>
        <a:srgbClr val="0b0b0b"/>
      </a:dk1>
      <a:lt1>
        <a:srgbClr val="ffffff"/>
      </a:lt1>
      <a:dk2>
        <a:srgbClr val="171a53"/>
      </a:dk2>
      <a:lt2>
        <a:srgbClr val="f6f6f6"/>
      </a:lt2>
      <a:accent1>
        <a:srgbClr val="2015ff"/>
      </a:accent1>
      <a:accent2>
        <a:srgbClr val="00c5a1"/>
      </a:accent2>
      <a:accent3>
        <a:srgbClr val="dbe2e8"/>
      </a:accent3>
      <a:accent4>
        <a:srgbClr val="bdea09"/>
      </a:accent4>
      <a:accent5>
        <a:srgbClr val="6597ff"/>
      </a:accent5>
      <a:accent6>
        <a:srgbClr val="b181ff"/>
      </a:accent6>
      <a:hlink>
        <a:srgbClr val="2015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Udacity 2024 Student Template">
  <a:themeElements>
    <a:clrScheme name="Simple Light">
      <a:dk1>
        <a:srgbClr val="0b0b0b"/>
      </a:dk1>
      <a:lt1>
        <a:srgbClr val="ffffff"/>
      </a:lt1>
      <a:dk2>
        <a:srgbClr val="171a53"/>
      </a:dk2>
      <a:lt2>
        <a:srgbClr val="f6f6f6"/>
      </a:lt2>
      <a:accent1>
        <a:srgbClr val="2015ff"/>
      </a:accent1>
      <a:accent2>
        <a:srgbClr val="00c5a1"/>
      </a:accent2>
      <a:accent3>
        <a:srgbClr val="dbe2e8"/>
      </a:accent3>
      <a:accent4>
        <a:srgbClr val="bdea09"/>
      </a:accent4>
      <a:accent5>
        <a:srgbClr val="6597ff"/>
      </a:accent5>
      <a:accent6>
        <a:srgbClr val="b181ff"/>
      </a:accent6>
      <a:hlink>
        <a:srgbClr val="2015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Udacity 2024 Student Template">
  <a:themeElements>
    <a:clrScheme name="Simple Light">
      <a:dk1>
        <a:srgbClr val="0b0b0b"/>
      </a:dk1>
      <a:lt1>
        <a:srgbClr val="ffffff"/>
      </a:lt1>
      <a:dk2>
        <a:srgbClr val="171a53"/>
      </a:dk2>
      <a:lt2>
        <a:srgbClr val="f6f6f6"/>
      </a:lt2>
      <a:accent1>
        <a:srgbClr val="2015ff"/>
      </a:accent1>
      <a:accent2>
        <a:srgbClr val="00c5a1"/>
      </a:accent2>
      <a:accent3>
        <a:srgbClr val="dbe2e8"/>
      </a:accent3>
      <a:accent4>
        <a:srgbClr val="bdea09"/>
      </a:accent4>
      <a:accent5>
        <a:srgbClr val="6597ff"/>
      </a:accent5>
      <a:accent6>
        <a:srgbClr val="b181ff"/>
      </a:accent6>
      <a:hlink>
        <a:srgbClr val="2015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Udacity 2024 Student Template">
  <a:themeElements>
    <a:clrScheme name="Simple Light">
      <a:dk1>
        <a:srgbClr val="0b0b0b"/>
      </a:dk1>
      <a:lt1>
        <a:srgbClr val="ffffff"/>
      </a:lt1>
      <a:dk2>
        <a:srgbClr val="171a53"/>
      </a:dk2>
      <a:lt2>
        <a:srgbClr val="f6f6f6"/>
      </a:lt2>
      <a:accent1>
        <a:srgbClr val="2015ff"/>
      </a:accent1>
      <a:accent2>
        <a:srgbClr val="00c5a1"/>
      </a:accent2>
      <a:accent3>
        <a:srgbClr val="dbe2e8"/>
      </a:accent3>
      <a:accent4>
        <a:srgbClr val="bdea09"/>
      </a:accent4>
      <a:accent5>
        <a:srgbClr val="6597ff"/>
      </a:accent5>
      <a:accent6>
        <a:srgbClr val="b181ff"/>
      </a:accent6>
      <a:hlink>
        <a:srgbClr val="2015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Udacity 2024 Student Template">
  <a:themeElements>
    <a:clrScheme name="Simple Light">
      <a:dk1>
        <a:srgbClr val="0b0b0b"/>
      </a:dk1>
      <a:lt1>
        <a:srgbClr val="ffffff"/>
      </a:lt1>
      <a:dk2>
        <a:srgbClr val="171a53"/>
      </a:dk2>
      <a:lt2>
        <a:srgbClr val="f6f6f6"/>
      </a:lt2>
      <a:accent1>
        <a:srgbClr val="2015ff"/>
      </a:accent1>
      <a:accent2>
        <a:srgbClr val="00c5a1"/>
      </a:accent2>
      <a:accent3>
        <a:srgbClr val="dbe2e8"/>
      </a:accent3>
      <a:accent4>
        <a:srgbClr val="bdea09"/>
      </a:accent4>
      <a:accent5>
        <a:srgbClr val="6597ff"/>
      </a:accent5>
      <a:accent6>
        <a:srgbClr val="b181ff"/>
      </a:accent6>
      <a:hlink>
        <a:srgbClr val="2015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Udacity 2024 Student Template">
  <a:themeElements>
    <a:clrScheme name="Simple Light">
      <a:dk1>
        <a:srgbClr val="0b0b0b"/>
      </a:dk1>
      <a:lt1>
        <a:srgbClr val="ffffff"/>
      </a:lt1>
      <a:dk2>
        <a:srgbClr val="171a53"/>
      </a:dk2>
      <a:lt2>
        <a:srgbClr val="f6f6f6"/>
      </a:lt2>
      <a:accent1>
        <a:srgbClr val="2015ff"/>
      </a:accent1>
      <a:accent2>
        <a:srgbClr val="00c5a1"/>
      </a:accent2>
      <a:accent3>
        <a:srgbClr val="dbe2e8"/>
      </a:accent3>
      <a:accent4>
        <a:srgbClr val="bdea09"/>
      </a:accent4>
      <a:accent5>
        <a:srgbClr val="6597ff"/>
      </a:accent5>
      <a:accent6>
        <a:srgbClr val="b181ff"/>
      </a:accent6>
      <a:hlink>
        <a:srgbClr val="2015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Udacity 2024 Student Template">
  <a:themeElements>
    <a:clrScheme name="Simple Light">
      <a:dk1>
        <a:srgbClr val="0b0b0b"/>
      </a:dk1>
      <a:lt1>
        <a:srgbClr val="ffffff"/>
      </a:lt1>
      <a:dk2>
        <a:srgbClr val="171a53"/>
      </a:dk2>
      <a:lt2>
        <a:srgbClr val="f6f6f6"/>
      </a:lt2>
      <a:accent1>
        <a:srgbClr val="2015ff"/>
      </a:accent1>
      <a:accent2>
        <a:srgbClr val="00c5a1"/>
      </a:accent2>
      <a:accent3>
        <a:srgbClr val="dbe2e8"/>
      </a:accent3>
      <a:accent4>
        <a:srgbClr val="bdea09"/>
      </a:accent4>
      <a:accent5>
        <a:srgbClr val="6597ff"/>
      </a:accent5>
      <a:accent6>
        <a:srgbClr val="b181ff"/>
      </a:accent6>
      <a:hlink>
        <a:srgbClr val="2015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Udacity 2024 Student Template">
  <a:themeElements>
    <a:clrScheme name="Simple Light">
      <a:dk1>
        <a:srgbClr val="0b0b0b"/>
      </a:dk1>
      <a:lt1>
        <a:srgbClr val="ffffff"/>
      </a:lt1>
      <a:dk2>
        <a:srgbClr val="171a53"/>
      </a:dk2>
      <a:lt2>
        <a:srgbClr val="f6f6f6"/>
      </a:lt2>
      <a:accent1>
        <a:srgbClr val="2015ff"/>
      </a:accent1>
      <a:accent2>
        <a:srgbClr val="00c5a1"/>
      </a:accent2>
      <a:accent3>
        <a:srgbClr val="dbe2e8"/>
      </a:accent3>
      <a:accent4>
        <a:srgbClr val="bdea09"/>
      </a:accent4>
      <a:accent5>
        <a:srgbClr val="6597ff"/>
      </a:accent5>
      <a:accent6>
        <a:srgbClr val="b181ff"/>
      </a:accent6>
      <a:hlink>
        <a:srgbClr val="2015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Udacity 2024 Student Template">
  <a:themeElements>
    <a:clrScheme name="Simple Light">
      <a:dk1>
        <a:srgbClr val="0b0b0b"/>
      </a:dk1>
      <a:lt1>
        <a:srgbClr val="ffffff"/>
      </a:lt1>
      <a:dk2>
        <a:srgbClr val="171a53"/>
      </a:dk2>
      <a:lt2>
        <a:srgbClr val="f6f6f6"/>
      </a:lt2>
      <a:accent1>
        <a:srgbClr val="2015ff"/>
      </a:accent1>
      <a:accent2>
        <a:srgbClr val="00c5a1"/>
      </a:accent2>
      <a:accent3>
        <a:srgbClr val="dbe2e8"/>
      </a:accent3>
      <a:accent4>
        <a:srgbClr val="bdea09"/>
      </a:accent4>
      <a:accent5>
        <a:srgbClr val="6597ff"/>
      </a:accent5>
      <a:accent6>
        <a:srgbClr val="b181ff"/>
      </a:accent6>
      <a:hlink>
        <a:srgbClr val="2015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Udacity 2024 Student Template">
  <a:themeElements>
    <a:clrScheme name="Simple Light">
      <a:dk1>
        <a:srgbClr val="0b0b0b"/>
      </a:dk1>
      <a:lt1>
        <a:srgbClr val="ffffff"/>
      </a:lt1>
      <a:dk2>
        <a:srgbClr val="171a53"/>
      </a:dk2>
      <a:lt2>
        <a:srgbClr val="f6f6f6"/>
      </a:lt2>
      <a:accent1>
        <a:srgbClr val="2015ff"/>
      </a:accent1>
      <a:accent2>
        <a:srgbClr val="00c5a1"/>
      </a:accent2>
      <a:accent3>
        <a:srgbClr val="dbe2e8"/>
      </a:accent3>
      <a:accent4>
        <a:srgbClr val="bdea09"/>
      </a:accent4>
      <a:accent5>
        <a:srgbClr val="6597ff"/>
      </a:accent5>
      <a:accent6>
        <a:srgbClr val="b181ff"/>
      </a:accent6>
      <a:hlink>
        <a:srgbClr val="2015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Udacity 2024 Student Template">
  <a:themeElements>
    <a:clrScheme name="Simple Light">
      <a:dk1>
        <a:srgbClr val="0b0b0b"/>
      </a:dk1>
      <a:lt1>
        <a:srgbClr val="ffffff"/>
      </a:lt1>
      <a:dk2>
        <a:srgbClr val="171a53"/>
      </a:dk2>
      <a:lt2>
        <a:srgbClr val="f6f6f6"/>
      </a:lt2>
      <a:accent1>
        <a:srgbClr val="2015ff"/>
      </a:accent1>
      <a:accent2>
        <a:srgbClr val="00c5a1"/>
      </a:accent2>
      <a:accent3>
        <a:srgbClr val="dbe2e8"/>
      </a:accent3>
      <a:accent4>
        <a:srgbClr val="bdea09"/>
      </a:accent4>
      <a:accent5>
        <a:srgbClr val="6597ff"/>
      </a:accent5>
      <a:accent6>
        <a:srgbClr val="b181ff"/>
      </a:accent6>
      <a:hlink>
        <a:srgbClr val="2015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29</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2025-12-05T06:38:08Z</dcterms:modified>
  <cp:revision>7</cp:revision>
  <dc:subject/>
  <dc:title/>
</cp:coreProperties>
</file>